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F8536-9448-48C4-97BB-808E4458630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1949F-B561-4198-9C31-0232A15F9B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57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1949F-B561-4198-9C31-0232A15F9BF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890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14A59-3DD1-61C8-79E4-CF0CACEDF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40AB2B-F9ED-722B-0A39-75086CC33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E2FE36-1A38-AA34-F3E5-35301584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F1AD71-C1E2-AA3E-6DFB-D348E034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76A32-FB8E-E579-FD02-BA12B424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87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C7F27-2BA5-6B7C-CB65-F46E1E14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368AAF-E09A-84F1-F056-B53FC97AA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A0BA4-F98A-37D2-9C59-AB3E202F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BA2A31-D337-BCA3-F62B-BC858A49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D5345-B9ED-7779-C46C-A9B9EE0B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5F606-5B49-0901-0F39-C1E1BF37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DC2847-2BF3-A27E-6112-FA6E13374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6918B4-34D1-6A85-1E8F-94A3A6E6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94DE09-1600-228B-E447-F9200705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FFDEC-EE45-A438-B696-A42EB814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7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CFDA5-A4B6-1F4C-13BE-1CB22F3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2F5E8-51B9-2C66-7670-B092D807C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B376A3-062E-0778-E9D7-7353A6302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B2E96E-936C-1A90-B503-09CC5413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F2782D-8709-F8C8-5BC3-7FCB075C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34AB4A-31FA-65A1-5F5A-7C6BE369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41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64958-0225-914F-1F8D-FFA322A9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B50212-BD7E-16AE-A852-772E0F4DD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686E9E-AF67-F001-59F4-D182FB459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D714F9-295C-7F18-6F1B-A1849B501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2BB795-92E1-5AA9-CF03-46EBB83B6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7B94B9D-2EE9-6DF6-8662-6DBCA01F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BCB35F-7D60-51E4-160D-611BE176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33642B-0673-39AF-E678-AA6A7F09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57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203BA-20E7-B3A0-5454-EA42B294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098BE5-06D4-A3B5-989D-05481C0F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33FFD-3157-20EA-BF6F-AFDB6B8D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7073D5-8607-8572-C6D7-A96C5114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A0AB07-19B0-5B8F-BDA3-2C5CF896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88039B-9DFB-E951-3043-357E1A8E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F53EA-E0D6-6EE6-7329-F57732B0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35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71493-5174-7D19-4330-F6C864C5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D6C50-ECF0-CF1C-4CA4-00799AEF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AB5FAD-4FE9-C259-12AB-CB2C251D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FEB2CD-A7D3-245D-DC5B-E31FD591A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B7C2D2-525A-B03D-A04D-D3A39C99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8224C8-2963-B677-61D9-7BA14D5D6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08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8FC04-AB5E-4316-B3CF-DC882D9B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8FA851-FCE0-DE6D-4D17-AD77A457D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368963-813E-6300-9557-729465381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67009-4445-2C0D-D14E-D3B0870F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9D84B2-1DA7-80C8-B190-172B2B43C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F5E19D-642B-AB22-55EC-ABC12A7A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7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D69AEA-3D4E-2BBE-585E-0CAA3E1E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8FFAF3-7B55-FF78-C147-366D3891F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CBEC3F-1B57-1CB2-3237-940D2CF7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3F009-FC05-E0D6-A371-C5CC6388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85E20-D532-E059-2589-56F284D0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0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7106FA-D801-854C-9648-BF86093F5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D9403C-288C-DA6B-58F2-4EC82923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D823B-2828-B025-5A56-8B0B9D37D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AC8C8-A2FE-9FE9-08CA-393250B7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47C53A-F1E4-CC83-E02D-DCE04391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01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C66244-E8B6-0AF2-1DE4-19751E11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B49152-2431-2AFB-4428-CDEEDA3CB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DF476-483B-DAD2-CA37-E7E92292F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D522F-A40F-4E84-AC72-26E350BD7B23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A83971-D9FF-CE94-E230-A77527575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DC847-C953-C95E-678C-DBDC180F4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0AB5B-025B-41A4-83EB-6A8863B855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0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3F721D8-0C0A-0F51-8D9E-D41CF31F37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E2EB"/>
          </a:solidFill>
          <a:ln>
            <a:solidFill>
              <a:srgbClr val="C8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1FE2C24-E80A-CE89-DA52-AE84F13282FD}"/>
              </a:ext>
            </a:extLst>
          </p:cNvPr>
          <p:cNvCxnSpPr/>
          <p:nvPr/>
        </p:nvCxnSpPr>
        <p:spPr>
          <a:xfrm>
            <a:off x="0" y="93980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16FCBD-F165-06B2-8112-4374266F23CB}"/>
              </a:ext>
            </a:extLst>
          </p:cNvPr>
          <p:cNvSpPr/>
          <p:nvPr/>
        </p:nvSpPr>
        <p:spPr>
          <a:xfrm>
            <a:off x="50800" y="53976"/>
            <a:ext cx="1682750" cy="831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프로필 사진 </a:t>
            </a:r>
            <a:r>
              <a:rPr lang="en-US" altLang="ko-KR" sz="1000" dirty="0"/>
              <a:t>/ </a:t>
            </a:r>
            <a:r>
              <a:rPr lang="ko-KR" altLang="en-US" sz="1000" dirty="0"/>
              <a:t>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12F885-3D83-35FF-6270-457DB9CFFD2D}"/>
              </a:ext>
            </a:extLst>
          </p:cNvPr>
          <p:cNvSpPr/>
          <p:nvPr/>
        </p:nvSpPr>
        <p:spPr>
          <a:xfrm>
            <a:off x="0" y="0"/>
            <a:ext cx="12192000" cy="939799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12D0CB-EB5B-DBE2-4FC5-9B7B42C09CA6}"/>
              </a:ext>
            </a:extLst>
          </p:cNvPr>
          <p:cNvGrpSpPr/>
          <p:nvPr/>
        </p:nvGrpSpPr>
        <p:grpSpPr>
          <a:xfrm>
            <a:off x="4070350" y="53976"/>
            <a:ext cx="4051300" cy="825500"/>
            <a:chOff x="4171950" y="53976"/>
            <a:chExt cx="4051300" cy="8255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C9855E1-2F6A-B3CE-B9E3-30184F9149DD}"/>
                </a:ext>
              </a:extLst>
            </p:cNvPr>
            <p:cNvSpPr/>
            <p:nvPr/>
          </p:nvSpPr>
          <p:spPr>
            <a:xfrm>
              <a:off x="417195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메인 메뉴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7AE5C22-854D-FDD5-B27A-EAAEED94F3E5}"/>
                </a:ext>
              </a:extLst>
            </p:cNvPr>
            <p:cNvSpPr/>
            <p:nvPr/>
          </p:nvSpPr>
          <p:spPr>
            <a:xfrm>
              <a:off x="635000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덱</a:t>
              </a:r>
              <a:r>
                <a:rPr lang="ko-KR" altLang="en-US" dirty="0"/>
                <a:t> 에디터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B7DBE7-7413-685F-779D-2B5B78719896}"/>
              </a:ext>
            </a:extLst>
          </p:cNvPr>
          <p:cNvSpPr/>
          <p:nvPr/>
        </p:nvSpPr>
        <p:spPr>
          <a:xfrm>
            <a:off x="1320800" y="1866900"/>
            <a:ext cx="2190750" cy="16763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스토리 모드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일러스트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7A5FB5-2EFD-01AF-F0D8-A9C7A209860D}"/>
              </a:ext>
            </a:extLst>
          </p:cNvPr>
          <p:cNvSpPr/>
          <p:nvPr/>
        </p:nvSpPr>
        <p:spPr>
          <a:xfrm>
            <a:off x="3587750" y="1866900"/>
            <a:ext cx="2190750" cy="16763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싱글 모드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일러스트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6D044B-8770-B7AB-644B-0C186581DEF2}"/>
              </a:ext>
            </a:extLst>
          </p:cNvPr>
          <p:cNvSpPr/>
          <p:nvPr/>
        </p:nvSpPr>
        <p:spPr>
          <a:xfrm>
            <a:off x="1320800" y="3657600"/>
            <a:ext cx="4470400" cy="20700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멀티 플레이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일러스트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3AAEC0-3F5C-D2ED-71B2-009B18ECE3F4}"/>
              </a:ext>
            </a:extLst>
          </p:cNvPr>
          <p:cNvSpPr/>
          <p:nvPr/>
        </p:nvSpPr>
        <p:spPr>
          <a:xfrm>
            <a:off x="7486650" y="2819406"/>
            <a:ext cx="3022600" cy="167638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58AA7A0-5F84-6529-F38F-0506986382A1}"/>
              </a:ext>
            </a:extLst>
          </p:cNvPr>
          <p:cNvCxnSpPr>
            <a:cxnSpLocks/>
          </p:cNvCxnSpPr>
          <p:nvPr/>
        </p:nvCxnSpPr>
        <p:spPr>
          <a:xfrm>
            <a:off x="7486650" y="3251200"/>
            <a:ext cx="30099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0E7237-1BDE-86F9-E9A2-E901B61A095C}"/>
              </a:ext>
            </a:extLst>
          </p:cNvPr>
          <p:cNvSpPr/>
          <p:nvPr/>
        </p:nvSpPr>
        <p:spPr>
          <a:xfrm>
            <a:off x="7486650" y="2819411"/>
            <a:ext cx="3022600" cy="4317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덱</a:t>
            </a:r>
            <a:r>
              <a:rPr lang="ko-KR" altLang="en-US" dirty="0"/>
              <a:t> 선택 </a:t>
            </a:r>
            <a:r>
              <a:rPr lang="en-US" altLang="ko-KR" dirty="0"/>
              <a:t>(</a:t>
            </a:r>
            <a:r>
              <a:rPr lang="ko-KR" altLang="en-US" dirty="0"/>
              <a:t>드롭 다운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3" name="그림 22" descr="대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5C9311-0122-E6A9-3B68-3955C04DA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40" y="3413083"/>
            <a:ext cx="804605" cy="920825"/>
          </a:xfrm>
          <a:prstGeom prst="rect">
            <a:avLst/>
          </a:prstGeom>
        </p:spPr>
      </p:pic>
      <p:pic>
        <p:nvPicPr>
          <p:cNvPr id="24" name="그림 23" descr="대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6C81B5-80B1-8C2A-8260-4B5EFAD4B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931" y="3413083"/>
            <a:ext cx="804605" cy="920825"/>
          </a:xfrm>
          <a:prstGeom prst="rect">
            <a:avLst/>
          </a:prstGeom>
        </p:spPr>
      </p:pic>
      <p:pic>
        <p:nvPicPr>
          <p:cNvPr id="25" name="그림 24" descr="대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F3EC5F-251D-24CD-F71C-013556AD7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023" y="3413083"/>
            <a:ext cx="804605" cy="920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9C35492-21C4-0573-F00C-50D669A18C8C}"/>
              </a:ext>
            </a:extLst>
          </p:cNvPr>
          <p:cNvSpPr txBox="1"/>
          <p:nvPr/>
        </p:nvSpPr>
        <p:spPr>
          <a:xfrm>
            <a:off x="4210051" y="5738851"/>
            <a:ext cx="173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코드로 방 매치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21BDD8-98BA-4996-94E6-10D29B38C1E7}"/>
              </a:ext>
            </a:extLst>
          </p:cNvPr>
          <p:cNvSpPr txBox="1"/>
          <p:nvPr/>
        </p:nvSpPr>
        <p:spPr>
          <a:xfrm>
            <a:off x="7466120" y="3543297"/>
            <a:ext cx="30636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덱에</a:t>
            </a:r>
            <a:r>
              <a:rPr lang="ko-KR" altLang="en-US" dirty="0"/>
              <a:t> 편성되어 있는</a:t>
            </a:r>
            <a:br>
              <a:rPr lang="en-US" altLang="ko-KR" dirty="0"/>
            </a:br>
            <a:r>
              <a:rPr lang="ko-KR" altLang="en-US" dirty="0"/>
              <a:t>동아리 아이콘 표시 </a:t>
            </a:r>
            <a:r>
              <a:rPr lang="en-US" altLang="ko-KR" dirty="0"/>
              <a:t>(0~3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9036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340E-2750-F395-5190-60A1A683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454B60F-1A38-ED94-6FBF-F90D521A23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E2EB"/>
          </a:solidFill>
          <a:ln>
            <a:solidFill>
              <a:srgbClr val="C8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8FC6B02-8BF1-D766-2A10-202935584846}"/>
              </a:ext>
            </a:extLst>
          </p:cNvPr>
          <p:cNvCxnSpPr/>
          <p:nvPr/>
        </p:nvCxnSpPr>
        <p:spPr>
          <a:xfrm>
            <a:off x="0" y="93980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91709A-2365-AD18-6E74-6DE8E01C8B74}"/>
              </a:ext>
            </a:extLst>
          </p:cNvPr>
          <p:cNvSpPr/>
          <p:nvPr/>
        </p:nvSpPr>
        <p:spPr>
          <a:xfrm>
            <a:off x="50800" y="53976"/>
            <a:ext cx="1682750" cy="831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프로필 사진 </a:t>
            </a:r>
            <a:r>
              <a:rPr lang="en-US" altLang="ko-KR" sz="1000" dirty="0"/>
              <a:t>/ </a:t>
            </a:r>
            <a:r>
              <a:rPr lang="ko-KR" altLang="en-US" sz="1000" dirty="0"/>
              <a:t>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283C5A-1923-4724-8DED-E85F2CE8405C}"/>
              </a:ext>
            </a:extLst>
          </p:cNvPr>
          <p:cNvSpPr/>
          <p:nvPr/>
        </p:nvSpPr>
        <p:spPr>
          <a:xfrm>
            <a:off x="0" y="0"/>
            <a:ext cx="12192000" cy="939799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D89E542-6A83-0DA9-758C-E3DC182A8D1F}"/>
              </a:ext>
            </a:extLst>
          </p:cNvPr>
          <p:cNvGrpSpPr/>
          <p:nvPr/>
        </p:nvGrpSpPr>
        <p:grpSpPr>
          <a:xfrm>
            <a:off x="4070350" y="53976"/>
            <a:ext cx="4051300" cy="825500"/>
            <a:chOff x="4171950" y="53976"/>
            <a:chExt cx="4051300" cy="8255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2D6D5C8-E292-F3F9-3DA1-AE3372CB4EDE}"/>
                </a:ext>
              </a:extLst>
            </p:cNvPr>
            <p:cNvSpPr/>
            <p:nvPr/>
          </p:nvSpPr>
          <p:spPr>
            <a:xfrm>
              <a:off x="417195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메인 메뉴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058CCF-1732-CF46-AF31-C86A0B2C9FD3}"/>
                </a:ext>
              </a:extLst>
            </p:cNvPr>
            <p:cNvSpPr/>
            <p:nvPr/>
          </p:nvSpPr>
          <p:spPr>
            <a:xfrm>
              <a:off x="635000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덱</a:t>
              </a:r>
              <a:r>
                <a:rPr lang="ko-KR" altLang="en-US" dirty="0"/>
                <a:t> 에디터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E165B4-0E3A-5EF3-9AC8-2177191F02CD}"/>
              </a:ext>
            </a:extLst>
          </p:cNvPr>
          <p:cNvSpPr/>
          <p:nvPr/>
        </p:nvSpPr>
        <p:spPr>
          <a:xfrm>
            <a:off x="1320800" y="1866900"/>
            <a:ext cx="2190750" cy="16763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스토리 모드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일러스트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F9DD24-59AC-0771-19DF-7B9F0295E10F}"/>
              </a:ext>
            </a:extLst>
          </p:cNvPr>
          <p:cNvSpPr/>
          <p:nvPr/>
        </p:nvSpPr>
        <p:spPr>
          <a:xfrm>
            <a:off x="3587750" y="1866900"/>
            <a:ext cx="2190750" cy="16763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싱글 모드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일러스트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C5489E-59F7-60DF-8BAA-4B00412D64CE}"/>
              </a:ext>
            </a:extLst>
          </p:cNvPr>
          <p:cNvSpPr/>
          <p:nvPr/>
        </p:nvSpPr>
        <p:spPr>
          <a:xfrm>
            <a:off x="1320800" y="3657600"/>
            <a:ext cx="4470400" cy="20700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멀티 플레이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일러스트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B550F3-AF37-D5BE-36BE-C2C02F35F05D}"/>
              </a:ext>
            </a:extLst>
          </p:cNvPr>
          <p:cNvSpPr/>
          <p:nvPr/>
        </p:nvSpPr>
        <p:spPr>
          <a:xfrm>
            <a:off x="7486650" y="2819406"/>
            <a:ext cx="3022600" cy="167638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56E0A41-3A5A-C575-0567-D48109B95CAC}"/>
              </a:ext>
            </a:extLst>
          </p:cNvPr>
          <p:cNvCxnSpPr>
            <a:cxnSpLocks/>
          </p:cNvCxnSpPr>
          <p:nvPr/>
        </p:nvCxnSpPr>
        <p:spPr>
          <a:xfrm>
            <a:off x="7486650" y="3251200"/>
            <a:ext cx="30099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6AF142E-BAAB-9336-5679-EBEDFA329C15}"/>
              </a:ext>
            </a:extLst>
          </p:cNvPr>
          <p:cNvSpPr/>
          <p:nvPr/>
        </p:nvSpPr>
        <p:spPr>
          <a:xfrm>
            <a:off x="7486650" y="2819411"/>
            <a:ext cx="3022600" cy="4317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덱</a:t>
            </a:r>
            <a:r>
              <a:rPr lang="ko-KR" altLang="en-US" dirty="0"/>
              <a:t> 선택 </a:t>
            </a:r>
            <a:r>
              <a:rPr lang="en-US" altLang="ko-KR" dirty="0"/>
              <a:t>(</a:t>
            </a:r>
            <a:r>
              <a:rPr lang="ko-KR" altLang="en-US" dirty="0"/>
              <a:t>드롭 다운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3" name="그림 22" descr="대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ADB533-AE50-149E-B0E9-2C9AA0548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840" y="3413083"/>
            <a:ext cx="804605" cy="920825"/>
          </a:xfrm>
          <a:prstGeom prst="rect">
            <a:avLst/>
          </a:prstGeom>
        </p:spPr>
      </p:pic>
      <p:pic>
        <p:nvPicPr>
          <p:cNvPr id="24" name="그림 23" descr="대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2A41A7-D941-E557-A727-B2FDB1DB1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931" y="3413083"/>
            <a:ext cx="804605" cy="920825"/>
          </a:xfrm>
          <a:prstGeom prst="rect">
            <a:avLst/>
          </a:prstGeom>
        </p:spPr>
      </p:pic>
      <p:pic>
        <p:nvPicPr>
          <p:cNvPr id="25" name="그림 24" descr="대칭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AEFD0D-39BC-21F2-3F96-1C50015A6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023" y="3413083"/>
            <a:ext cx="804605" cy="920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54924A-D181-3FF5-A0BB-AFA05D1FEDBA}"/>
              </a:ext>
            </a:extLst>
          </p:cNvPr>
          <p:cNvSpPr txBox="1"/>
          <p:nvPr/>
        </p:nvSpPr>
        <p:spPr>
          <a:xfrm>
            <a:off x="4210051" y="5738851"/>
            <a:ext cx="173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코드로 방 매치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73EC19-270D-3ED3-BAF1-C5770C5331FB}"/>
              </a:ext>
            </a:extLst>
          </p:cNvPr>
          <p:cNvSpPr txBox="1"/>
          <p:nvPr/>
        </p:nvSpPr>
        <p:spPr>
          <a:xfrm>
            <a:off x="7466120" y="3543297"/>
            <a:ext cx="30636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덱에</a:t>
            </a:r>
            <a:r>
              <a:rPr lang="ko-KR" altLang="en-US" dirty="0"/>
              <a:t> 편성되어 있는</a:t>
            </a:r>
            <a:br>
              <a:rPr lang="en-US" altLang="ko-KR" dirty="0"/>
            </a:br>
            <a:r>
              <a:rPr lang="ko-KR" altLang="en-US" dirty="0"/>
              <a:t>동아리 아이콘 표시 </a:t>
            </a:r>
            <a:r>
              <a:rPr lang="en-US" altLang="ko-KR" dirty="0"/>
              <a:t>(0~3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E63633-50B0-4B90-8EDA-FEA13AD6B3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4B80DD-3C1A-AD6E-B02B-80BA3CF3ADAE}"/>
              </a:ext>
            </a:extLst>
          </p:cNvPr>
          <p:cNvSpPr/>
          <p:nvPr/>
        </p:nvSpPr>
        <p:spPr>
          <a:xfrm>
            <a:off x="4340087" y="1952032"/>
            <a:ext cx="3821320" cy="2922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71E51-1DE1-EDA2-F8AF-1771CB60C267}"/>
              </a:ext>
            </a:extLst>
          </p:cNvPr>
          <p:cNvSpPr txBox="1"/>
          <p:nvPr/>
        </p:nvSpPr>
        <p:spPr>
          <a:xfrm>
            <a:off x="5242723" y="2907783"/>
            <a:ext cx="2022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코드</a:t>
            </a:r>
            <a:r>
              <a:rPr lang="en-US" altLang="ko-KR" dirty="0"/>
              <a:t> </a:t>
            </a:r>
            <a:r>
              <a:rPr lang="ko-KR" altLang="en-US" dirty="0"/>
              <a:t>입력 </a:t>
            </a:r>
            <a:r>
              <a:rPr lang="en-US" altLang="ko-KR" dirty="0"/>
              <a:t>(</a:t>
            </a:r>
            <a:r>
              <a:rPr lang="ko-KR" altLang="en-US" dirty="0" err="1"/>
              <a:t>입력창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125234-DA78-51B4-9888-88300DCCDAA8}"/>
              </a:ext>
            </a:extLst>
          </p:cNvPr>
          <p:cNvSpPr/>
          <p:nvPr/>
        </p:nvSpPr>
        <p:spPr>
          <a:xfrm>
            <a:off x="5784850" y="4004962"/>
            <a:ext cx="920474" cy="4030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참가 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버튼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E00DAA-C27A-26CA-6969-B4DF0422890A}"/>
              </a:ext>
            </a:extLst>
          </p:cNvPr>
          <p:cNvSpPr txBox="1"/>
          <p:nvPr/>
        </p:nvSpPr>
        <p:spPr>
          <a:xfrm>
            <a:off x="7096539" y="2016388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뒤로 가기 </a:t>
            </a:r>
            <a:r>
              <a:rPr lang="en-US" altLang="ko-KR" sz="1000" dirty="0"/>
              <a:t>(</a:t>
            </a:r>
            <a:r>
              <a:rPr lang="ko-KR" altLang="en-US" sz="1000" dirty="0"/>
              <a:t>버튼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2984B2-96B4-030B-D4D3-7D4259319A65}"/>
              </a:ext>
            </a:extLst>
          </p:cNvPr>
          <p:cNvSpPr/>
          <p:nvPr/>
        </p:nvSpPr>
        <p:spPr>
          <a:xfrm>
            <a:off x="7320406" y="2759081"/>
            <a:ext cx="599639" cy="699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랜덤 코드 생성 </a:t>
            </a:r>
            <a:r>
              <a:rPr lang="en-US" altLang="ko-KR" sz="1000" dirty="0"/>
              <a:t>(</a:t>
            </a:r>
            <a:r>
              <a:rPr lang="ko-KR" altLang="en-US" sz="1000" dirty="0"/>
              <a:t>버튼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1115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050D-73C9-41D9-41C0-F0909431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76F65BD-44E9-6F09-E9BD-9690A14133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E2EB"/>
          </a:solidFill>
          <a:ln>
            <a:solidFill>
              <a:srgbClr val="C8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11668E1-60AB-DA36-0C31-E0808CD4AC76}"/>
              </a:ext>
            </a:extLst>
          </p:cNvPr>
          <p:cNvCxnSpPr/>
          <p:nvPr/>
        </p:nvCxnSpPr>
        <p:spPr>
          <a:xfrm>
            <a:off x="0" y="93980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FC47F4-419C-1185-51C5-02DA38BA5601}"/>
              </a:ext>
            </a:extLst>
          </p:cNvPr>
          <p:cNvSpPr/>
          <p:nvPr/>
        </p:nvSpPr>
        <p:spPr>
          <a:xfrm>
            <a:off x="50800" y="53976"/>
            <a:ext cx="1682750" cy="831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프로필 사진 </a:t>
            </a:r>
            <a:r>
              <a:rPr lang="en-US" altLang="ko-KR" sz="1000" dirty="0"/>
              <a:t>/ </a:t>
            </a:r>
            <a:r>
              <a:rPr lang="ko-KR" altLang="en-US" sz="1000" dirty="0"/>
              <a:t>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E2D3B3-2488-3532-F872-9E6251E73F46}"/>
              </a:ext>
            </a:extLst>
          </p:cNvPr>
          <p:cNvSpPr/>
          <p:nvPr/>
        </p:nvSpPr>
        <p:spPr>
          <a:xfrm>
            <a:off x="0" y="0"/>
            <a:ext cx="12192000" cy="939799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F83B5FF-CCB9-01BA-A6FD-D1B4130C5109}"/>
              </a:ext>
            </a:extLst>
          </p:cNvPr>
          <p:cNvGrpSpPr/>
          <p:nvPr/>
        </p:nvGrpSpPr>
        <p:grpSpPr>
          <a:xfrm>
            <a:off x="4070350" y="53976"/>
            <a:ext cx="4051300" cy="825500"/>
            <a:chOff x="4171950" y="53976"/>
            <a:chExt cx="4051300" cy="8255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47B0D6A-3EA6-FCD7-CE58-74DD490C72F7}"/>
                </a:ext>
              </a:extLst>
            </p:cNvPr>
            <p:cNvSpPr/>
            <p:nvPr/>
          </p:nvSpPr>
          <p:spPr>
            <a:xfrm>
              <a:off x="417195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메인 메뉴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CE6E195-E0A9-F908-AC6D-96B4B4BAB93E}"/>
                </a:ext>
              </a:extLst>
            </p:cNvPr>
            <p:cNvSpPr/>
            <p:nvPr/>
          </p:nvSpPr>
          <p:spPr>
            <a:xfrm>
              <a:off x="635000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덱</a:t>
              </a:r>
              <a:r>
                <a:rPr lang="ko-KR" altLang="en-US" dirty="0"/>
                <a:t> 에디터</a:t>
              </a:r>
            </a:p>
          </p:txBody>
        </p:sp>
      </p:grp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91EA64-CDE8-5B10-0418-3A261208EE00}"/>
              </a:ext>
            </a:extLst>
          </p:cNvPr>
          <p:cNvCxnSpPr>
            <a:cxnSpLocks/>
          </p:cNvCxnSpPr>
          <p:nvPr/>
        </p:nvCxnSpPr>
        <p:spPr>
          <a:xfrm>
            <a:off x="1841500" y="939799"/>
            <a:ext cx="0" cy="51498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C96902-6F09-7A96-EF45-90BF298370EA}"/>
              </a:ext>
            </a:extLst>
          </p:cNvPr>
          <p:cNvSpPr/>
          <p:nvPr/>
        </p:nvSpPr>
        <p:spPr>
          <a:xfrm>
            <a:off x="139699" y="1079498"/>
            <a:ext cx="1485897" cy="361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카드 검색 </a:t>
            </a:r>
            <a:r>
              <a:rPr lang="en-US" altLang="ko-KR" sz="1000" dirty="0"/>
              <a:t>(</a:t>
            </a:r>
            <a:r>
              <a:rPr lang="ko-KR" altLang="en-US" sz="1000" dirty="0"/>
              <a:t>입력 창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1FB9D1-B44E-787E-A88A-4C479F05394B}"/>
              </a:ext>
            </a:extLst>
          </p:cNvPr>
          <p:cNvSpPr/>
          <p:nvPr/>
        </p:nvSpPr>
        <p:spPr>
          <a:xfrm>
            <a:off x="50800" y="1593850"/>
            <a:ext cx="1733546" cy="1555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6F66DA-5EE0-7214-1499-7A05471C7165}"/>
              </a:ext>
            </a:extLst>
          </p:cNvPr>
          <p:cNvSpPr txBox="1"/>
          <p:nvPr/>
        </p:nvSpPr>
        <p:spPr>
          <a:xfrm>
            <a:off x="116712" y="1654178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학교 </a:t>
            </a:r>
            <a:r>
              <a:rPr lang="en-US" altLang="ko-KR" sz="1000" dirty="0">
                <a:solidFill>
                  <a:schemeClr val="bg1"/>
                </a:solidFill>
              </a:rPr>
              <a:t>/ </a:t>
            </a:r>
            <a:r>
              <a:rPr lang="ko-KR" altLang="en-US" sz="1000" dirty="0">
                <a:solidFill>
                  <a:schemeClr val="bg1"/>
                </a:solidFill>
              </a:rPr>
              <a:t>동아리 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드롭다운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ABB76C2-8865-B3A4-0E0B-948DEB0C8ADB}"/>
              </a:ext>
            </a:extLst>
          </p:cNvPr>
          <p:cNvSpPr/>
          <p:nvPr/>
        </p:nvSpPr>
        <p:spPr>
          <a:xfrm>
            <a:off x="116712" y="2032000"/>
            <a:ext cx="1601721" cy="2984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학교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64C038-0BDC-0674-3488-1D0C469D78AC}"/>
              </a:ext>
            </a:extLst>
          </p:cNvPr>
          <p:cNvSpPr/>
          <p:nvPr/>
        </p:nvSpPr>
        <p:spPr>
          <a:xfrm>
            <a:off x="116712" y="2644777"/>
            <a:ext cx="1601721" cy="2984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동아리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F6C6E5-2C13-2D30-10F2-5D1F6E87587D}"/>
              </a:ext>
            </a:extLst>
          </p:cNvPr>
          <p:cNvSpPr/>
          <p:nvPr/>
        </p:nvSpPr>
        <p:spPr>
          <a:xfrm>
            <a:off x="50800" y="3276600"/>
            <a:ext cx="1733541" cy="280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BA3E44-4D2C-5980-3862-737E0992BC70}"/>
              </a:ext>
            </a:extLst>
          </p:cNvPr>
          <p:cNvSpPr txBox="1"/>
          <p:nvPr/>
        </p:nvSpPr>
        <p:spPr>
          <a:xfrm>
            <a:off x="181083" y="3340809"/>
            <a:ext cx="1422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카드 종류 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체크 박스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A7778C8-6C39-1E87-9B88-0BE635BE20D6}"/>
              </a:ext>
            </a:extLst>
          </p:cNvPr>
          <p:cNvSpPr/>
          <p:nvPr/>
        </p:nvSpPr>
        <p:spPr>
          <a:xfrm>
            <a:off x="139699" y="3653704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887C82-77CF-7036-7B8D-D8A0FCC1BDB1}"/>
              </a:ext>
            </a:extLst>
          </p:cNvPr>
          <p:cNvSpPr/>
          <p:nvPr/>
        </p:nvSpPr>
        <p:spPr>
          <a:xfrm>
            <a:off x="139699" y="4073982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736F85B-58A9-4C4A-5736-962ADE8C751D}"/>
              </a:ext>
            </a:extLst>
          </p:cNvPr>
          <p:cNvSpPr/>
          <p:nvPr/>
        </p:nvSpPr>
        <p:spPr>
          <a:xfrm>
            <a:off x="139699" y="4494260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7BA47D-385A-99DA-DFE6-760584537E50}"/>
              </a:ext>
            </a:extLst>
          </p:cNvPr>
          <p:cNvSpPr/>
          <p:nvPr/>
        </p:nvSpPr>
        <p:spPr>
          <a:xfrm>
            <a:off x="139699" y="4914537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3696AE-762B-5CCA-D02D-48967F2382D4}"/>
              </a:ext>
            </a:extLst>
          </p:cNvPr>
          <p:cNvSpPr txBox="1"/>
          <p:nvPr/>
        </p:nvSpPr>
        <p:spPr>
          <a:xfrm>
            <a:off x="671602" y="362620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학생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37ECC0-B914-8472-FF1B-63C29D9483EB}"/>
              </a:ext>
            </a:extLst>
          </p:cNvPr>
          <p:cNvSpPr txBox="1"/>
          <p:nvPr/>
        </p:nvSpPr>
        <p:spPr>
          <a:xfrm>
            <a:off x="636057" y="405435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</a:rPr>
              <a:t>비학생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33ED46-9D34-D230-8E79-053DB9BEAECC}"/>
              </a:ext>
            </a:extLst>
          </p:cNvPr>
          <p:cNvSpPr txBox="1"/>
          <p:nvPr/>
        </p:nvSpPr>
        <p:spPr>
          <a:xfrm>
            <a:off x="700177" y="446675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건물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715FF8-0F37-5086-5A33-3826138A3BF4}"/>
              </a:ext>
            </a:extLst>
          </p:cNvPr>
          <p:cNvSpPr txBox="1"/>
          <p:nvPr/>
        </p:nvSpPr>
        <p:spPr>
          <a:xfrm>
            <a:off x="607481" y="489465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이벤트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pic>
        <p:nvPicPr>
          <p:cNvPr id="39" name="그림 38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30AB25-147F-A45C-DF7A-0A9E66F3F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2" y="6130347"/>
            <a:ext cx="606500" cy="690839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2C4C1B6F-419C-3A7A-7F6E-1A32525203EC}"/>
              </a:ext>
            </a:extLst>
          </p:cNvPr>
          <p:cNvSpPr/>
          <p:nvPr/>
        </p:nvSpPr>
        <p:spPr>
          <a:xfrm>
            <a:off x="1892300" y="939799"/>
            <a:ext cx="8528049" cy="51498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 descr="텍스트, 아니메, 만화 영화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E0D063-B507-5FBD-BC93-056F0F290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480" y="1085854"/>
            <a:ext cx="1506343" cy="2389032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4A6C9C90-35A0-1D92-675B-0E52FA81214B}"/>
              </a:ext>
            </a:extLst>
          </p:cNvPr>
          <p:cNvGrpSpPr/>
          <p:nvPr/>
        </p:nvGrpSpPr>
        <p:grpSpPr>
          <a:xfrm>
            <a:off x="2504377" y="1079498"/>
            <a:ext cx="6878446" cy="5010158"/>
            <a:chOff x="2504377" y="1079498"/>
            <a:chExt cx="6878446" cy="5010158"/>
          </a:xfrm>
        </p:grpSpPr>
        <p:pic>
          <p:nvPicPr>
            <p:cNvPr id="42" name="그림 41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A91CF17-673F-D477-0B82-4FD149C1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4377" y="1084109"/>
              <a:ext cx="1506343" cy="2389032"/>
            </a:xfrm>
            <a:prstGeom prst="rect">
              <a:avLst/>
            </a:prstGeom>
          </p:spPr>
        </p:pic>
        <p:pic>
          <p:nvPicPr>
            <p:cNvPr id="43" name="그림 42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E7EFD54-1AD0-0E20-E7A3-4D5BF6F0A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078" y="1079498"/>
              <a:ext cx="1506343" cy="2389032"/>
            </a:xfrm>
            <a:prstGeom prst="rect">
              <a:avLst/>
            </a:prstGeom>
          </p:spPr>
        </p:pic>
        <p:pic>
          <p:nvPicPr>
            <p:cNvPr id="44" name="그림 43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B475961-3A01-2C05-319A-2E713A2C9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5779" y="1079498"/>
              <a:ext cx="1506343" cy="2389032"/>
            </a:xfrm>
            <a:prstGeom prst="rect">
              <a:avLst/>
            </a:prstGeom>
          </p:spPr>
        </p:pic>
        <p:pic>
          <p:nvPicPr>
            <p:cNvPr id="47" name="그림 46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94DA31-5751-E794-8C4B-894B64486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4377" y="3698879"/>
              <a:ext cx="1506343" cy="2389032"/>
            </a:xfrm>
            <a:prstGeom prst="rect">
              <a:avLst/>
            </a:prstGeom>
          </p:spPr>
        </p:pic>
        <p:pic>
          <p:nvPicPr>
            <p:cNvPr id="48" name="그림 47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FC54C66-2B9D-FE47-EFBD-32662A7AA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078" y="3694268"/>
              <a:ext cx="1506343" cy="2389032"/>
            </a:xfrm>
            <a:prstGeom prst="rect">
              <a:avLst/>
            </a:prstGeom>
          </p:spPr>
        </p:pic>
        <p:pic>
          <p:nvPicPr>
            <p:cNvPr id="49" name="그림 48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2958A15-EB04-44C0-7341-A1FBB68D9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5779" y="3694268"/>
              <a:ext cx="1506343" cy="2389032"/>
            </a:xfrm>
            <a:prstGeom prst="rect">
              <a:avLst/>
            </a:prstGeom>
          </p:spPr>
        </p:pic>
        <p:pic>
          <p:nvPicPr>
            <p:cNvPr id="50" name="그림 49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C5778F8-048D-940C-A546-5EB5C8193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6480" y="3700624"/>
              <a:ext cx="1506343" cy="2389032"/>
            </a:xfrm>
            <a:prstGeom prst="rect">
              <a:avLst/>
            </a:prstGeom>
          </p:spPr>
        </p:pic>
      </p:grpSp>
      <p:pic>
        <p:nvPicPr>
          <p:cNvPr id="54" name="그림 53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D5F21E-C638-CC77-875A-6FED5E77B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04" y="6130347"/>
            <a:ext cx="606500" cy="690839"/>
          </a:xfrm>
          <a:prstGeom prst="rect">
            <a:avLst/>
          </a:prstGeom>
        </p:spPr>
      </p:pic>
      <p:pic>
        <p:nvPicPr>
          <p:cNvPr id="55" name="그림 54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03EA69-D9B6-E69F-D2BF-0E169FD25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660" y="6130347"/>
            <a:ext cx="606500" cy="690839"/>
          </a:xfrm>
          <a:prstGeom prst="rect">
            <a:avLst/>
          </a:prstGeom>
        </p:spPr>
      </p:pic>
      <p:pic>
        <p:nvPicPr>
          <p:cNvPr id="56" name="그림 55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8FF0B6-FF6D-F145-1DA7-E35B27460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62" y="6130347"/>
            <a:ext cx="606500" cy="690839"/>
          </a:xfrm>
          <a:prstGeom prst="rect">
            <a:avLst/>
          </a:prstGeom>
        </p:spPr>
      </p:pic>
      <p:pic>
        <p:nvPicPr>
          <p:cNvPr id="57" name="그림 56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F5E690-84AF-A8B2-458C-780CB80A3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864" y="6130347"/>
            <a:ext cx="606500" cy="690839"/>
          </a:xfrm>
          <a:prstGeom prst="rect">
            <a:avLst/>
          </a:prstGeom>
        </p:spPr>
      </p:pic>
      <p:pic>
        <p:nvPicPr>
          <p:cNvPr id="58" name="그림 57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EFC77D-D990-9649-BE40-BC8C20A57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466" y="6130347"/>
            <a:ext cx="606500" cy="690839"/>
          </a:xfrm>
          <a:prstGeom prst="rect">
            <a:avLst/>
          </a:prstGeom>
        </p:spPr>
      </p:pic>
      <p:pic>
        <p:nvPicPr>
          <p:cNvPr id="59" name="그림 58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33CF43-AB6E-6633-D983-297D0D7D2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68" y="6130347"/>
            <a:ext cx="606500" cy="690839"/>
          </a:xfrm>
          <a:prstGeom prst="rect">
            <a:avLst/>
          </a:prstGeom>
        </p:spPr>
      </p:pic>
      <p:pic>
        <p:nvPicPr>
          <p:cNvPr id="60" name="그림 59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5E79D9-0037-1F37-9D50-B7286CCED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670" y="6130347"/>
            <a:ext cx="606500" cy="690839"/>
          </a:xfrm>
          <a:prstGeom prst="rect">
            <a:avLst/>
          </a:prstGeom>
        </p:spPr>
      </p:pic>
      <p:pic>
        <p:nvPicPr>
          <p:cNvPr id="61" name="그림 60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D8FAF2-CD8C-F4C9-0E6B-8CE298CBE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272" y="6130347"/>
            <a:ext cx="606500" cy="690839"/>
          </a:xfrm>
          <a:prstGeom prst="rect">
            <a:avLst/>
          </a:prstGeom>
        </p:spPr>
      </p:pic>
      <p:pic>
        <p:nvPicPr>
          <p:cNvPr id="62" name="그림 61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95A03B-8A5C-9213-71FC-A05D30AD3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874" y="6130347"/>
            <a:ext cx="606500" cy="690839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6000A56-4E96-F54A-B390-60D267AB432E}"/>
              </a:ext>
            </a:extLst>
          </p:cNvPr>
          <p:cNvSpPr txBox="1"/>
          <p:nvPr/>
        </p:nvSpPr>
        <p:spPr>
          <a:xfrm>
            <a:off x="212700" y="62859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676821-E496-ECFE-8128-F63D6C180DE7}"/>
              </a:ext>
            </a:extLst>
          </p:cNvPr>
          <p:cNvSpPr txBox="1"/>
          <p:nvPr/>
        </p:nvSpPr>
        <p:spPr>
          <a:xfrm>
            <a:off x="880528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58FD0C-8313-DE8F-A21F-751C966543A8}"/>
              </a:ext>
            </a:extLst>
          </p:cNvPr>
          <p:cNvSpPr txBox="1"/>
          <p:nvPr/>
        </p:nvSpPr>
        <p:spPr>
          <a:xfrm>
            <a:off x="1559258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377D30-FC53-224C-B67B-DAC30BCC4F26}"/>
              </a:ext>
            </a:extLst>
          </p:cNvPr>
          <p:cNvSpPr txBox="1"/>
          <p:nvPr/>
        </p:nvSpPr>
        <p:spPr>
          <a:xfrm>
            <a:off x="2230860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6201FD-0772-5E3F-E8ED-2576DCA924AC}"/>
              </a:ext>
            </a:extLst>
          </p:cNvPr>
          <p:cNvSpPr txBox="1"/>
          <p:nvPr/>
        </p:nvSpPr>
        <p:spPr>
          <a:xfrm>
            <a:off x="2902462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76804E-6C17-05A5-9D9F-D486EDBB9661}"/>
              </a:ext>
            </a:extLst>
          </p:cNvPr>
          <p:cNvSpPr txBox="1"/>
          <p:nvPr/>
        </p:nvSpPr>
        <p:spPr>
          <a:xfrm>
            <a:off x="3574064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7D41B4-6693-7CCF-5C08-C167612D5B68}"/>
              </a:ext>
            </a:extLst>
          </p:cNvPr>
          <p:cNvSpPr txBox="1"/>
          <p:nvPr/>
        </p:nvSpPr>
        <p:spPr>
          <a:xfrm>
            <a:off x="4245666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68D602-3009-F8BC-E99A-63CD58C8E414}"/>
              </a:ext>
            </a:extLst>
          </p:cNvPr>
          <p:cNvSpPr txBox="1"/>
          <p:nvPr/>
        </p:nvSpPr>
        <p:spPr>
          <a:xfrm>
            <a:off x="4917268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480542-B22C-7F54-0BF9-C4EB21BCD075}"/>
              </a:ext>
            </a:extLst>
          </p:cNvPr>
          <p:cNvSpPr txBox="1"/>
          <p:nvPr/>
        </p:nvSpPr>
        <p:spPr>
          <a:xfrm>
            <a:off x="5588870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C0AF3E-EBDE-0987-25D3-F4556B53330E}"/>
              </a:ext>
            </a:extLst>
          </p:cNvPr>
          <p:cNvSpPr txBox="1"/>
          <p:nvPr/>
        </p:nvSpPr>
        <p:spPr>
          <a:xfrm>
            <a:off x="6260472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pic>
        <p:nvPicPr>
          <p:cNvPr id="73" name="그림 72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61D555-0EEF-67B3-A499-3EC4DE001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76" y="6130347"/>
            <a:ext cx="606500" cy="69083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5F0D80E5-009B-A484-8695-6042957BD8E9}"/>
              </a:ext>
            </a:extLst>
          </p:cNvPr>
          <p:cNvSpPr txBox="1"/>
          <p:nvPr/>
        </p:nvSpPr>
        <p:spPr>
          <a:xfrm>
            <a:off x="6805158" y="628559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10+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EC3643E-A4AE-7FE5-0E6F-AB076A5C5799}"/>
              </a:ext>
            </a:extLst>
          </p:cNvPr>
          <p:cNvSpPr/>
          <p:nvPr/>
        </p:nvSpPr>
        <p:spPr>
          <a:xfrm>
            <a:off x="10473218" y="973477"/>
            <a:ext cx="1720842" cy="488439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FE5D6DB-A73E-3CE2-49F7-E27B280A5C11}"/>
              </a:ext>
            </a:extLst>
          </p:cNvPr>
          <p:cNvSpPr/>
          <p:nvPr/>
        </p:nvSpPr>
        <p:spPr>
          <a:xfrm>
            <a:off x="10471148" y="1369460"/>
            <a:ext cx="1720852" cy="5309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덱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AC7F67A-492A-A808-F4F1-762951F01835}"/>
              </a:ext>
            </a:extLst>
          </p:cNvPr>
          <p:cNvSpPr/>
          <p:nvPr/>
        </p:nvSpPr>
        <p:spPr>
          <a:xfrm>
            <a:off x="10471148" y="1951519"/>
            <a:ext cx="1720852" cy="5309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덱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D17320-0B6E-9E32-0C3B-0A235DFA7065}"/>
              </a:ext>
            </a:extLst>
          </p:cNvPr>
          <p:cNvSpPr txBox="1"/>
          <p:nvPr/>
        </p:nvSpPr>
        <p:spPr>
          <a:xfrm>
            <a:off x="10775950" y="100012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덱</a:t>
            </a:r>
            <a:r>
              <a:rPr lang="ko-KR" altLang="en-US" dirty="0"/>
              <a:t> 리스트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9C437A2-4948-EF07-6789-6F297F57DBD9}"/>
              </a:ext>
            </a:extLst>
          </p:cNvPr>
          <p:cNvSpPr/>
          <p:nvPr/>
        </p:nvSpPr>
        <p:spPr>
          <a:xfrm>
            <a:off x="10657778" y="6187177"/>
            <a:ext cx="1351722" cy="517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덱</a:t>
            </a:r>
            <a:r>
              <a:rPr lang="ko-KR" altLang="en-US" sz="1000" dirty="0"/>
              <a:t> 추가하기 </a:t>
            </a:r>
            <a:r>
              <a:rPr lang="en-US" altLang="ko-KR" sz="1000" dirty="0"/>
              <a:t>(</a:t>
            </a:r>
            <a:r>
              <a:rPr lang="ko-KR" altLang="en-US" sz="1000" dirty="0"/>
              <a:t>버튼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EDCF128-A812-531D-D1AC-37B4D3C43C05}"/>
              </a:ext>
            </a:extLst>
          </p:cNvPr>
          <p:cNvSpPr txBox="1"/>
          <p:nvPr/>
        </p:nvSpPr>
        <p:spPr>
          <a:xfrm>
            <a:off x="7456078" y="6350717"/>
            <a:ext cx="2589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마나 선택해서 선택한 마나들만 카드 표시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BAB60F9-577E-3F78-7903-F6CE69064AB7}"/>
              </a:ext>
            </a:extLst>
          </p:cNvPr>
          <p:cNvSpPr/>
          <p:nvPr/>
        </p:nvSpPr>
        <p:spPr>
          <a:xfrm>
            <a:off x="11774557" y="1510748"/>
            <a:ext cx="366643" cy="287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9768241-26B3-1E1B-8DB5-B8F8EB8F1A38}"/>
              </a:ext>
            </a:extLst>
          </p:cNvPr>
          <p:cNvSpPr/>
          <p:nvPr/>
        </p:nvSpPr>
        <p:spPr>
          <a:xfrm>
            <a:off x="11770961" y="2091709"/>
            <a:ext cx="366643" cy="2872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224243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AF04-9045-C4DB-7E3D-2117A18A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B829F4F-3D10-3395-EC03-AFBEDB79C2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E2EB"/>
          </a:solidFill>
          <a:ln>
            <a:solidFill>
              <a:srgbClr val="C8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E8529A7-4566-637E-C51E-625388263B98}"/>
              </a:ext>
            </a:extLst>
          </p:cNvPr>
          <p:cNvCxnSpPr/>
          <p:nvPr/>
        </p:nvCxnSpPr>
        <p:spPr>
          <a:xfrm>
            <a:off x="0" y="93980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CBE4FF-A233-9374-D24C-EBECA821EF34}"/>
              </a:ext>
            </a:extLst>
          </p:cNvPr>
          <p:cNvSpPr/>
          <p:nvPr/>
        </p:nvSpPr>
        <p:spPr>
          <a:xfrm>
            <a:off x="50800" y="53976"/>
            <a:ext cx="1682750" cy="831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프로필 사진 </a:t>
            </a:r>
            <a:r>
              <a:rPr lang="en-US" altLang="ko-KR" sz="1000" dirty="0"/>
              <a:t>/ </a:t>
            </a:r>
            <a:r>
              <a:rPr lang="ko-KR" altLang="en-US" sz="1000" dirty="0"/>
              <a:t>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033B19-FFE7-DE3E-39B9-9489484AC155}"/>
              </a:ext>
            </a:extLst>
          </p:cNvPr>
          <p:cNvSpPr/>
          <p:nvPr/>
        </p:nvSpPr>
        <p:spPr>
          <a:xfrm>
            <a:off x="0" y="0"/>
            <a:ext cx="12192000" cy="939799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97B711D-7F04-7425-6716-4054A36CF6E5}"/>
              </a:ext>
            </a:extLst>
          </p:cNvPr>
          <p:cNvGrpSpPr/>
          <p:nvPr/>
        </p:nvGrpSpPr>
        <p:grpSpPr>
          <a:xfrm>
            <a:off x="4070350" y="53976"/>
            <a:ext cx="4051300" cy="825500"/>
            <a:chOff x="4171950" y="53976"/>
            <a:chExt cx="4051300" cy="8255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2E3F758-ADF9-1FA9-B5C3-0AD38A084EAD}"/>
                </a:ext>
              </a:extLst>
            </p:cNvPr>
            <p:cNvSpPr/>
            <p:nvPr/>
          </p:nvSpPr>
          <p:spPr>
            <a:xfrm>
              <a:off x="417195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메인 메뉴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1E67F79-F0DF-23F9-72DE-EF8BF831ED7E}"/>
                </a:ext>
              </a:extLst>
            </p:cNvPr>
            <p:cNvSpPr/>
            <p:nvPr/>
          </p:nvSpPr>
          <p:spPr>
            <a:xfrm>
              <a:off x="635000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덱</a:t>
              </a:r>
              <a:r>
                <a:rPr lang="ko-KR" altLang="en-US" dirty="0"/>
                <a:t> 에디터</a:t>
              </a:r>
            </a:p>
          </p:txBody>
        </p:sp>
      </p:grp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EBF1D2B-CF13-20A3-D54E-E234DE96954C}"/>
              </a:ext>
            </a:extLst>
          </p:cNvPr>
          <p:cNvCxnSpPr>
            <a:cxnSpLocks/>
          </p:cNvCxnSpPr>
          <p:nvPr/>
        </p:nvCxnSpPr>
        <p:spPr>
          <a:xfrm>
            <a:off x="1841500" y="939799"/>
            <a:ext cx="0" cy="51498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6DAB44-3FEF-E579-8BFD-E0B2A5E3B1A9}"/>
              </a:ext>
            </a:extLst>
          </p:cNvPr>
          <p:cNvSpPr/>
          <p:nvPr/>
        </p:nvSpPr>
        <p:spPr>
          <a:xfrm>
            <a:off x="139699" y="1079498"/>
            <a:ext cx="1485897" cy="361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카드 검색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59EA617-BA45-EE40-DE7C-1C004228E504}"/>
              </a:ext>
            </a:extLst>
          </p:cNvPr>
          <p:cNvSpPr/>
          <p:nvPr/>
        </p:nvSpPr>
        <p:spPr>
          <a:xfrm>
            <a:off x="50800" y="1593850"/>
            <a:ext cx="1733546" cy="1555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DA3CE4-65B1-3041-AE7B-A5D5377E97BC}"/>
              </a:ext>
            </a:extLst>
          </p:cNvPr>
          <p:cNvSpPr txBox="1"/>
          <p:nvPr/>
        </p:nvSpPr>
        <p:spPr>
          <a:xfrm>
            <a:off x="116712" y="1654178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학교 </a:t>
            </a:r>
            <a:r>
              <a:rPr lang="en-US" altLang="ko-KR" sz="1000" dirty="0">
                <a:solidFill>
                  <a:schemeClr val="bg1"/>
                </a:solidFill>
              </a:rPr>
              <a:t>/ </a:t>
            </a:r>
            <a:r>
              <a:rPr lang="ko-KR" altLang="en-US" sz="1000" dirty="0">
                <a:solidFill>
                  <a:schemeClr val="bg1"/>
                </a:solidFill>
              </a:rPr>
              <a:t>동아리 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드롭다운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DA98781-458A-4771-9C07-25B513711828}"/>
              </a:ext>
            </a:extLst>
          </p:cNvPr>
          <p:cNvSpPr/>
          <p:nvPr/>
        </p:nvSpPr>
        <p:spPr>
          <a:xfrm>
            <a:off x="116712" y="2032000"/>
            <a:ext cx="1601721" cy="2984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학교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F463707-2A15-5182-4C17-70ED699FAA77}"/>
              </a:ext>
            </a:extLst>
          </p:cNvPr>
          <p:cNvSpPr/>
          <p:nvPr/>
        </p:nvSpPr>
        <p:spPr>
          <a:xfrm>
            <a:off x="116712" y="2644777"/>
            <a:ext cx="1601721" cy="2984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동아리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16FDEB-3E25-7C63-7747-31DF6FB48429}"/>
              </a:ext>
            </a:extLst>
          </p:cNvPr>
          <p:cNvSpPr/>
          <p:nvPr/>
        </p:nvSpPr>
        <p:spPr>
          <a:xfrm>
            <a:off x="50800" y="3276600"/>
            <a:ext cx="1733541" cy="280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4EEB26-D6C0-CAC1-0ADA-5EC09B8F4F9A}"/>
              </a:ext>
            </a:extLst>
          </p:cNvPr>
          <p:cNvSpPr txBox="1"/>
          <p:nvPr/>
        </p:nvSpPr>
        <p:spPr>
          <a:xfrm>
            <a:off x="181083" y="3340809"/>
            <a:ext cx="1422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카드 종류 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체크 박스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A8EA8D-F6C3-8630-D671-DCE2756021DF}"/>
              </a:ext>
            </a:extLst>
          </p:cNvPr>
          <p:cNvSpPr/>
          <p:nvPr/>
        </p:nvSpPr>
        <p:spPr>
          <a:xfrm>
            <a:off x="139699" y="3653704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1686800-3DD7-C317-09B6-8A43394C455C}"/>
              </a:ext>
            </a:extLst>
          </p:cNvPr>
          <p:cNvSpPr/>
          <p:nvPr/>
        </p:nvSpPr>
        <p:spPr>
          <a:xfrm>
            <a:off x="139699" y="4073982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F07D646-5D41-EB23-B4C3-874E1774BABB}"/>
              </a:ext>
            </a:extLst>
          </p:cNvPr>
          <p:cNvSpPr/>
          <p:nvPr/>
        </p:nvSpPr>
        <p:spPr>
          <a:xfrm>
            <a:off x="139699" y="4494260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81131B-2509-E9AF-D0D0-15AB90E47C82}"/>
              </a:ext>
            </a:extLst>
          </p:cNvPr>
          <p:cNvSpPr/>
          <p:nvPr/>
        </p:nvSpPr>
        <p:spPr>
          <a:xfrm>
            <a:off x="139699" y="4914537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80C358-BFD2-5FCE-DEDA-4B52561E69D5}"/>
              </a:ext>
            </a:extLst>
          </p:cNvPr>
          <p:cNvSpPr txBox="1"/>
          <p:nvPr/>
        </p:nvSpPr>
        <p:spPr>
          <a:xfrm>
            <a:off x="671602" y="362620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학생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8969E0-DC50-DB66-934B-F178B857AE14}"/>
              </a:ext>
            </a:extLst>
          </p:cNvPr>
          <p:cNvSpPr txBox="1"/>
          <p:nvPr/>
        </p:nvSpPr>
        <p:spPr>
          <a:xfrm>
            <a:off x="636057" y="405435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</a:rPr>
              <a:t>비학생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734AE-55BA-5F65-1577-3908D30AE392}"/>
              </a:ext>
            </a:extLst>
          </p:cNvPr>
          <p:cNvSpPr txBox="1"/>
          <p:nvPr/>
        </p:nvSpPr>
        <p:spPr>
          <a:xfrm>
            <a:off x="700177" y="446675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건물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07BF1D-2D7A-015F-4F1D-D32A98F1A964}"/>
              </a:ext>
            </a:extLst>
          </p:cNvPr>
          <p:cNvSpPr txBox="1"/>
          <p:nvPr/>
        </p:nvSpPr>
        <p:spPr>
          <a:xfrm>
            <a:off x="607481" y="489465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이벤트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pic>
        <p:nvPicPr>
          <p:cNvPr id="39" name="그림 38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9B443-E24C-EA65-5479-6D3C74339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2" y="6130347"/>
            <a:ext cx="606500" cy="690839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820FF3-A41A-49BB-4E5E-A252C74EEBC4}"/>
              </a:ext>
            </a:extLst>
          </p:cNvPr>
          <p:cNvSpPr/>
          <p:nvPr/>
        </p:nvSpPr>
        <p:spPr>
          <a:xfrm>
            <a:off x="1892300" y="939799"/>
            <a:ext cx="8528049" cy="51498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 descr="텍스트, 아니메, 만화 영화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650972-0647-6921-5128-68F086778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480" y="1085854"/>
            <a:ext cx="1506343" cy="2389032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A4A32356-CDA9-9DE6-E10A-90944637B2D1}"/>
              </a:ext>
            </a:extLst>
          </p:cNvPr>
          <p:cNvGrpSpPr/>
          <p:nvPr/>
        </p:nvGrpSpPr>
        <p:grpSpPr>
          <a:xfrm>
            <a:off x="2504377" y="1079498"/>
            <a:ext cx="6878446" cy="5010158"/>
            <a:chOff x="2504377" y="1079498"/>
            <a:chExt cx="6878446" cy="5010158"/>
          </a:xfrm>
        </p:grpSpPr>
        <p:pic>
          <p:nvPicPr>
            <p:cNvPr id="42" name="그림 41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49496CD-3145-ADE8-DF94-1BCB00C0F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4377" y="1084109"/>
              <a:ext cx="1506343" cy="2389032"/>
            </a:xfrm>
            <a:prstGeom prst="rect">
              <a:avLst/>
            </a:prstGeom>
          </p:spPr>
        </p:pic>
        <p:pic>
          <p:nvPicPr>
            <p:cNvPr id="43" name="그림 42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A892506-2DD2-DAC1-48BE-96BA285F1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078" y="1079498"/>
              <a:ext cx="1506343" cy="2389032"/>
            </a:xfrm>
            <a:prstGeom prst="rect">
              <a:avLst/>
            </a:prstGeom>
          </p:spPr>
        </p:pic>
        <p:pic>
          <p:nvPicPr>
            <p:cNvPr id="44" name="그림 43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169511E-0E52-DA4B-F7E0-5CC9B9178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5779" y="1079498"/>
              <a:ext cx="1506343" cy="2389032"/>
            </a:xfrm>
            <a:prstGeom prst="rect">
              <a:avLst/>
            </a:prstGeom>
          </p:spPr>
        </p:pic>
        <p:pic>
          <p:nvPicPr>
            <p:cNvPr id="47" name="그림 46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851DFA-E5A0-6F7B-155D-D902CFF19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4377" y="3698879"/>
              <a:ext cx="1506343" cy="2389032"/>
            </a:xfrm>
            <a:prstGeom prst="rect">
              <a:avLst/>
            </a:prstGeom>
          </p:spPr>
        </p:pic>
        <p:pic>
          <p:nvPicPr>
            <p:cNvPr id="48" name="그림 47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1B27B3D-F148-80EE-5E89-0FA4A9BCC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078" y="3694268"/>
              <a:ext cx="1506343" cy="2389032"/>
            </a:xfrm>
            <a:prstGeom prst="rect">
              <a:avLst/>
            </a:prstGeom>
          </p:spPr>
        </p:pic>
        <p:pic>
          <p:nvPicPr>
            <p:cNvPr id="49" name="그림 48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8873AA2-3DE7-96CD-E775-23703189E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5779" y="3694268"/>
              <a:ext cx="1506343" cy="2389032"/>
            </a:xfrm>
            <a:prstGeom prst="rect">
              <a:avLst/>
            </a:prstGeom>
          </p:spPr>
        </p:pic>
        <p:pic>
          <p:nvPicPr>
            <p:cNvPr id="50" name="그림 49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FF0F6C9-552F-05D7-9C10-F790A9EAC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6480" y="3700624"/>
              <a:ext cx="1506343" cy="2389032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6C9FDFA-15C1-DE4A-6A0E-D864671F0842}"/>
              </a:ext>
            </a:extLst>
          </p:cNvPr>
          <p:cNvSpPr txBox="1"/>
          <p:nvPr/>
        </p:nvSpPr>
        <p:spPr>
          <a:xfrm>
            <a:off x="10875545" y="98402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덱</a:t>
            </a:r>
            <a:r>
              <a:rPr lang="ko-KR" altLang="en-US" dirty="0"/>
              <a:t> 이름</a:t>
            </a:r>
          </a:p>
        </p:txBody>
      </p:sp>
      <p:pic>
        <p:nvPicPr>
          <p:cNvPr id="54" name="그림 53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912045-9A82-0A0D-4559-9FB511224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04" y="6130347"/>
            <a:ext cx="606500" cy="690839"/>
          </a:xfrm>
          <a:prstGeom prst="rect">
            <a:avLst/>
          </a:prstGeom>
        </p:spPr>
      </p:pic>
      <p:pic>
        <p:nvPicPr>
          <p:cNvPr id="55" name="그림 54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02758D-6DD6-0D0D-0F2B-34E4F4D21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660" y="6130347"/>
            <a:ext cx="606500" cy="690839"/>
          </a:xfrm>
          <a:prstGeom prst="rect">
            <a:avLst/>
          </a:prstGeom>
        </p:spPr>
      </p:pic>
      <p:pic>
        <p:nvPicPr>
          <p:cNvPr id="56" name="그림 55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F06335-6DC0-3862-422E-53638741C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62" y="6130347"/>
            <a:ext cx="606500" cy="690839"/>
          </a:xfrm>
          <a:prstGeom prst="rect">
            <a:avLst/>
          </a:prstGeom>
        </p:spPr>
      </p:pic>
      <p:pic>
        <p:nvPicPr>
          <p:cNvPr id="57" name="그림 56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380EE0-95EA-259F-B2CA-F0F33AC8B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864" y="6130347"/>
            <a:ext cx="606500" cy="690839"/>
          </a:xfrm>
          <a:prstGeom prst="rect">
            <a:avLst/>
          </a:prstGeom>
        </p:spPr>
      </p:pic>
      <p:pic>
        <p:nvPicPr>
          <p:cNvPr id="58" name="그림 57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649445-17D4-2DA4-A677-D4A9D9FF7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466" y="6130347"/>
            <a:ext cx="606500" cy="690839"/>
          </a:xfrm>
          <a:prstGeom prst="rect">
            <a:avLst/>
          </a:prstGeom>
        </p:spPr>
      </p:pic>
      <p:pic>
        <p:nvPicPr>
          <p:cNvPr id="59" name="그림 58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BB8C78-03AA-1DD3-A864-E9FCEC2F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68" y="6130347"/>
            <a:ext cx="606500" cy="690839"/>
          </a:xfrm>
          <a:prstGeom prst="rect">
            <a:avLst/>
          </a:prstGeom>
        </p:spPr>
      </p:pic>
      <p:pic>
        <p:nvPicPr>
          <p:cNvPr id="60" name="그림 59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1B93C8-B401-C9A4-4E66-B0D9EC7C3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670" y="6130347"/>
            <a:ext cx="606500" cy="690839"/>
          </a:xfrm>
          <a:prstGeom prst="rect">
            <a:avLst/>
          </a:prstGeom>
        </p:spPr>
      </p:pic>
      <p:pic>
        <p:nvPicPr>
          <p:cNvPr id="61" name="그림 60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59E1A6-95E8-AA18-E2A4-74DD0201B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272" y="6130347"/>
            <a:ext cx="606500" cy="690839"/>
          </a:xfrm>
          <a:prstGeom prst="rect">
            <a:avLst/>
          </a:prstGeom>
        </p:spPr>
      </p:pic>
      <p:pic>
        <p:nvPicPr>
          <p:cNvPr id="62" name="그림 61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A6501C-827D-CA15-6763-02447025A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874" y="6130347"/>
            <a:ext cx="606500" cy="690839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0E5F17F-D7FF-A5C4-CC24-584C3A50C796}"/>
              </a:ext>
            </a:extLst>
          </p:cNvPr>
          <p:cNvSpPr txBox="1"/>
          <p:nvPr/>
        </p:nvSpPr>
        <p:spPr>
          <a:xfrm>
            <a:off x="212700" y="62859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0F81BE-AB09-4AAF-B76F-683333D41F7E}"/>
              </a:ext>
            </a:extLst>
          </p:cNvPr>
          <p:cNvSpPr txBox="1"/>
          <p:nvPr/>
        </p:nvSpPr>
        <p:spPr>
          <a:xfrm>
            <a:off x="880528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C15DD4-7367-AF57-65AF-0FBB8CEE4FA4}"/>
              </a:ext>
            </a:extLst>
          </p:cNvPr>
          <p:cNvSpPr txBox="1"/>
          <p:nvPr/>
        </p:nvSpPr>
        <p:spPr>
          <a:xfrm>
            <a:off x="1559258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739B29-AFF7-C626-1E44-19079855B106}"/>
              </a:ext>
            </a:extLst>
          </p:cNvPr>
          <p:cNvSpPr txBox="1"/>
          <p:nvPr/>
        </p:nvSpPr>
        <p:spPr>
          <a:xfrm>
            <a:off x="2230860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A020BF-CA46-4AE9-1E8D-81AE1BD9ACDD}"/>
              </a:ext>
            </a:extLst>
          </p:cNvPr>
          <p:cNvSpPr txBox="1"/>
          <p:nvPr/>
        </p:nvSpPr>
        <p:spPr>
          <a:xfrm>
            <a:off x="2902462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F69F43-FBF1-B167-40D4-72835B1D15EF}"/>
              </a:ext>
            </a:extLst>
          </p:cNvPr>
          <p:cNvSpPr txBox="1"/>
          <p:nvPr/>
        </p:nvSpPr>
        <p:spPr>
          <a:xfrm>
            <a:off x="3574064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C90D99-2988-F47D-68C1-340FA1D4AAEF}"/>
              </a:ext>
            </a:extLst>
          </p:cNvPr>
          <p:cNvSpPr txBox="1"/>
          <p:nvPr/>
        </p:nvSpPr>
        <p:spPr>
          <a:xfrm>
            <a:off x="4245666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5F9F2F-2AC0-5A4B-8FA3-F137E23949C6}"/>
              </a:ext>
            </a:extLst>
          </p:cNvPr>
          <p:cNvSpPr txBox="1"/>
          <p:nvPr/>
        </p:nvSpPr>
        <p:spPr>
          <a:xfrm>
            <a:off x="4917268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C7D81E-CA5B-32FC-3720-3317B7F78FA6}"/>
              </a:ext>
            </a:extLst>
          </p:cNvPr>
          <p:cNvSpPr txBox="1"/>
          <p:nvPr/>
        </p:nvSpPr>
        <p:spPr>
          <a:xfrm>
            <a:off x="5588870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D41074-8791-4216-3493-C88F0C9556D9}"/>
              </a:ext>
            </a:extLst>
          </p:cNvPr>
          <p:cNvSpPr txBox="1"/>
          <p:nvPr/>
        </p:nvSpPr>
        <p:spPr>
          <a:xfrm>
            <a:off x="6260472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pic>
        <p:nvPicPr>
          <p:cNvPr id="73" name="그림 72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4AD654-84E3-5FCA-25A8-10DBFF381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76" y="6130347"/>
            <a:ext cx="606500" cy="69083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15F33644-23DC-9837-D869-A8DBA47435EF}"/>
              </a:ext>
            </a:extLst>
          </p:cNvPr>
          <p:cNvSpPr txBox="1"/>
          <p:nvPr/>
        </p:nvSpPr>
        <p:spPr>
          <a:xfrm>
            <a:off x="6805158" y="628559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10+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00955A-9FD3-C0FD-BE09-59ACD8B765FA}"/>
              </a:ext>
            </a:extLst>
          </p:cNvPr>
          <p:cNvGrpSpPr/>
          <p:nvPr/>
        </p:nvGrpSpPr>
        <p:grpSpPr>
          <a:xfrm>
            <a:off x="10572533" y="1397592"/>
            <a:ext cx="1568667" cy="513171"/>
            <a:chOff x="9493673" y="1571587"/>
            <a:chExt cx="2814788" cy="920825"/>
          </a:xfrm>
        </p:grpSpPr>
        <p:pic>
          <p:nvPicPr>
            <p:cNvPr id="5" name="그림 4" descr="대칭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D180F49-E438-5BDA-A152-E4452593A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3673" y="1571587"/>
              <a:ext cx="804605" cy="920825"/>
            </a:xfrm>
            <a:prstGeom prst="rect">
              <a:avLst/>
            </a:prstGeom>
          </p:spPr>
        </p:pic>
        <p:pic>
          <p:nvPicPr>
            <p:cNvPr id="12" name="그림 11" descr="대칭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E81F9F2-495B-F966-4A38-472A70392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98764" y="1571587"/>
              <a:ext cx="804605" cy="920825"/>
            </a:xfrm>
            <a:prstGeom prst="rect">
              <a:avLst/>
            </a:prstGeom>
          </p:spPr>
        </p:pic>
        <p:pic>
          <p:nvPicPr>
            <p:cNvPr id="13" name="그림 12" descr="대칭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B8B251B-1467-0038-7213-FB41B4D88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3856" y="1571587"/>
              <a:ext cx="804605" cy="920825"/>
            </a:xfrm>
            <a:prstGeom prst="rect">
              <a:avLst/>
            </a:prstGeom>
          </p:spPr>
        </p:pic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FC4C67-550A-9CEA-81AB-AD808E1E39E9}"/>
              </a:ext>
            </a:extLst>
          </p:cNvPr>
          <p:cNvSpPr/>
          <p:nvPr/>
        </p:nvSpPr>
        <p:spPr>
          <a:xfrm>
            <a:off x="10572533" y="2032000"/>
            <a:ext cx="1213068" cy="336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9EA28B1-675E-B731-9C2C-2318175127A3}"/>
              </a:ext>
            </a:extLst>
          </p:cNvPr>
          <p:cNvSpPr/>
          <p:nvPr/>
        </p:nvSpPr>
        <p:spPr>
          <a:xfrm>
            <a:off x="11834462" y="2032000"/>
            <a:ext cx="306738" cy="336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매수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643783-0F44-4A50-831F-4655A4344618}"/>
              </a:ext>
            </a:extLst>
          </p:cNvPr>
          <p:cNvSpPr/>
          <p:nvPr/>
        </p:nvSpPr>
        <p:spPr>
          <a:xfrm>
            <a:off x="10572533" y="2420587"/>
            <a:ext cx="1213068" cy="336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61F446-502A-7E88-1FFE-9C3EF30296D7}"/>
              </a:ext>
            </a:extLst>
          </p:cNvPr>
          <p:cNvSpPr/>
          <p:nvPr/>
        </p:nvSpPr>
        <p:spPr>
          <a:xfrm>
            <a:off x="11834462" y="2420587"/>
            <a:ext cx="306738" cy="336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매수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FF57CBB-9F51-ABB7-0E7F-5AB2F1B4FADE}"/>
              </a:ext>
            </a:extLst>
          </p:cNvPr>
          <p:cNvSpPr/>
          <p:nvPr/>
        </p:nvSpPr>
        <p:spPr>
          <a:xfrm>
            <a:off x="10572533" y="2821951"/>
            <a:ext cx="1213068" cy="336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566E7E3-36DD-0669-E4A1-A622B6551313}"/>
              </a:ext>
            </a:extLst>
          </p:cNvPr>
          <p:cNvSpPr/>
          <p:nvPr/>
        </p:nvSpPr>
        <p:spPr>
          <a:xfrm>
            <a:off x="11834462" y="2821951"/>
            <a:ext cx="306738" cy="3365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매수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0A4B3D-D341-8B25-7AA7-ED429D428278}"/>
              </a:ext>
            </a:extLst>
          </p:cNvPr>
          <p:cNvSpPr txBox="1"/>
          <p:nvPr/>
        </p:nvSpPr>
        <p:spPr>
          <a:xfrm>
            <a:off x="11020935" y="571396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3/20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081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E4F4-8758-240A-0669-71559292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8A8F6A-6F54-A1AC-C4F9-05237E88C0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E2EB"/>
          </a:solidFill>
          <a:ln>
            <a:solidFill>
              <a:srgbClr val="C8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5CEC2B2-2E25-9159-FE27-AC8A9C7D6C0E}"/>
              </a:ext>
            </a:extLst>
          </p:cNvPr>
          <p:cNvCxnSpPr/>
          <p:nvPr/>
        </p:nvCxnSpPr>
        <p:spPr>
          <a:xfrm>
            <a:off x="0" y="93980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F0CFC7-8299-6F54-15A2-3D0459B32F57}"/>
              </a:ext>
            </a:extLst>
          </p:cNvPr>
          <p:cNvSpPr/>
          <p:nvPr/>
        </p:nvSpPr>
        <p:spPr>
          <a:xfrm>
            <a:off x="50800" y="53976"/>
            <a:ext cx="1682750" cy="8318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프로필 사진 </a:t>
            </a:r>
            <a:r>
              <a:rPr lang="en-US" altLang="ko-KR" sz="1000" dirty="0"/>
              <a:t>/ </a:t>
            </a:r>
            <a:r>
              <a:rPr lang="ko-KR" altLang="en-US" sz="1000" dirty="0"/>
              <a:t>이미지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6D2D7A-7EA7-919A-482D-296F7CD0FF66}"/>
              </a:ext>
            </a:extLst>
          </p:cNvPr>
          <p:cNvSpPr/>
          <p:nvPr/>
        </p:nvSpPr>
        <p:spPr>
          <a:xfrm>
            <a:off x="0" y="0"/>
            <a:ext cx="12192000" cy="939799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9D7AC5-F2B7-C1E0-556A-E08C0780852E}"/>
              </a:ext>
            </a:extLst>
          </p:cNvPr>
          <p:cNvGrpSpPr/>
          <p:nvPr/>
        </p:nvGrpSpPr>
        <p:grpSpPr>
          <a:xfrm>
            <a:off x="4070350" y="53976"/>
            <a:ext cx="4051300" cy="825500"/>
            <a:chOff x="4171950" y="53976"/>
            <a:chExt cx="4051300" cy="8255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77909CC-3A45-231D-F631-3DD1EC989869}"/>
                </a:ext>
              </a:extLst>
            </p:cNvPr>
            <p:cNvSpPr/>
            <p:nvPr/>
          </p:nvSpPr>
          <p:spPr>
            <a:xfrm>
              <a:off x="417195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메인 메뉴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91331FE-77B8-8364-9EF3-4EF5A21BECEB}"/>
                </a:ext>
              </a:extLst>
            </p:cNvPr>
            <p:cNvSpPr/>
            <p:nvPr/>
          </p:nvSpPr>
          <p:spPr>
            <a:xfrm>
              <a:off x="6350000" y="53976"/>
              <a:ext cx="1873250" cy="825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덱</a:t>
              </a:r>
              <a:r>
                <a:rPr lang="ko-KR" altLang="en-US" dirty="0"/>
                <a:t> 에디터</a:t>
              </a:r>
            </a:p>
          </p:txBody>
        </p:sp>
      </p:grp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4DE2AE-DA14-D6AA-86B8-6D8021DB5681}"/>
              </a:ext>
            </a:extLst>
          </p:cNvPr>
          <p:cNvCxnSpPr>
            <a:cxnSpLocks/>
          </p:cNvCxnSpPr>
          <p:nvPr/>
        </p:nvCxnSpPr>
        <p:spPr>
          <a:xfrm>
            <a:off x="1841500" y="939799"/>
            <a:ext cx="0" cy="51498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00A9782-6EAB-050E-8A9C-0EEEC8A6623C}"/>
              </a:ext>
            </a:extLst>
          </p:cNvPr>
          <p:cNvSpPr/>
          <p:nvPr/>
        </p:nvSpPr>
        <p:spPr>
          <a:xfrm>
            <a:off x="139699" y="1079498"/>
            <a:ext cx="1485897" cy="361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카드 검색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9EA189-C44F-181A-79B9-2AF4142A9E68}"/>
              </a:ext>
            </a:extLst>
          </p:cNvPr>
          <p:cNvSpPr/>
          <p:nvPr/>
        </p:nvSpPr>
        <p:spPr>
          <a:xfrm>
            <a:off x="50800" y="1593850"/>
            <a:ext cx="1733546" cy="1555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921645-85E3-3F62-8B8E-9D549B4F24C5}"/>
              </a:ext>
            </a:extLst>
          </p:cNvPr>
          <p:cNvSpPr txBox="1"/>
          <p:nvPr/>
        </p:nvSpPr>
        <p:spPr>
          <a:xfrm>
            <a:off x="116712" y="1654178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학교 </a:t>
            </a:r>
            <a:r>
              <a:rPr lang="en-US" altLang="ko-KR" sz="1000" dirty="0">
                <a:solidFill>
                  <a:schemeClr val="bg1"/>
                </a:solidFill>
              </a:rPr>
              <a:t>/ </a:t>
            </a:r>
            <a:r>
              <a:rPr lang="ko-KR" altLang="en-US" sz="1000" dirty="0">
                <a:solidFill>
                  <a:schemeClr val="bg1"/>
                </a:solidFill>
              </a:rPr>
              <a:t>동아리 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드롭다운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B414ECC-8B2A-4FB6-0A71-9A4D0C5BB289}"/>
              </a:ext>
            </a:extLst>
          </p:cNvPr>
          <p:cNvSpPr/>
          <p:nvPr/>
        </p:nvSpPr>
        <p:spPr>
          <a:xfrm>
            <a:off x="116712" y="2032000"/>
            <a:ext cx="1601721" cy="2984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학교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43157B0-18BC-8713-9E02-2F8106F78565}"/>
              </a:ext>
            </a:extLst>
          </p:cNvPr>
          <p:cNvSpPr/>
          <p:nvPr/>
        </p:nvSpPr>
        <p:spPr>
          <a:xfrm>
            <a:off x="116712" y="2644777"/>
            <a:ext cx="1601721" cy="2984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동아리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06697B2-A01C-48F4-94BC-D74702C05900}"/>
              </a:ext>
            </a:extLst>
          </p:cNvPr>
          <p:cNvSpPr/>
          <p:nvPr/>
        </p:nvSpPr>
        <p:spPr>
          <a:xfrm>
            <a:off x="50800" y="3276600"/>
            <a:ext cx="1733541" cy="2806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C2F00B-BDA4-D04D-1417-228E65F5149E}"/>
              </a:ext>
            </a:extLst>
          </p:cNvPr>
          <p:cNvSpPr txBox="1"/>
          <p:nvPr/>
        </p:nvSpPr>
        <p:spPr>
          <a:xfrm>
            <a:off x="181083" y="3340809"/>
            <a:ext cx="1422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카드 종류 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체크 박스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8B6B09-88B4-82DC-B19E-112260BBCCA0}"/>
              </a:ext>
            </a:extLst>
          </p:cNvPr>
          <p:cNvSpPr/>
          <p:nvPr/>
        </p:nvSpPr>
        <p:spPr>
          <a:xfrm>
            <a:off x="139699" y="3653704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5073A5A-C79F-20B0-D0CE-3F1E375D6528}"/>
              </a:ext>
            </a:extLst>
          </p:cNvPr>
          <p:cNvSpPr/>
          <p:nvPr/>
        </p:nvSpPr>
        <p:spPr>
          <a:xfrm>
            <a:off x="139699" y="4073982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168090D-9861-9175-E001-CDFE5C7AD321}"/>
              </a:ext>
            </a:extLst>
          </p:cNvPr>
          <p:cNvSpPr/>
          <p:nvPr/>
        </p:nvSpPr>
        <p:spPr>
          <a:xfrm>
            <a:off x="139699" y="4494260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E91929C-420D-C00C-33C8-AF0118548750}"/>
              </a:ext>
            </a:extLst>
          </p:cNvPr>
          <p:cNvSpPr/>
          <p:nvPr/>
        </p:nvSpPr>
        <p:spPr>
          <a:xfrm>
            <a:off x="139699" y="4914537"/>
            <a:ext cx="199915" cy="191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4449CF-9AC6-C30F-9545-0579D090D049}"/>
              </a:ext>
            </a:extLst>
          </p:cNvPr>
          <p:cNvSpPr txBox="1"/>
          <p:nvPr/>
        </p:nvSpPr>
        <p:spPr>
          <a:xfrm>
            <a:off x="671602" y="362620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학생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3DB80E-BE2E-1C49-16F7-083C57B0930C}"/>
              </a:ext>
            </a:extLst>
          </p:cNvPr>
          <p:cNvSpPr txBox="1"/>
          <p:nvPr/>
        </p:nvSpPr>
        <p:spPr>
          <a:xfrm>
            <a:off x="636057" y="405435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chemeClr val="bg1"/>
                </a:solidFill>
              </a:rPr>
              <a:t>비학생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30C459-D350-7E05-BED8-7A59EE837CA0}"/>
              </a:ext>
            </a:extLst>
          </p:cNvPr>
          <p:cNvSpPr txBox="1"/>
          <p:nvPr/>
        </p:nvSpPr>
        <p:spPr>
          <a:xfrm>
            <a:off x="700177" y="446675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건물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3D5A40-F435-9E8C-02EB-56693FAF7683}"/>
              </a:ext>
            </a:extLst>
          </p:cNvPr>
          <p:cNvSpPr txBox="1"/>
          <p:nvPr/>
        </p:nvSpPr>
        <p:spPr>
          <a:xfrm>
            <a:off x="607481" y="489465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1"/>
                </a:solidFill>
              </a:rPr>
              <a:t>이벤트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pic>
        <p:nvPicPr>
          <p:cNvPr id="39" name="그림 38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E0B929-9F51-6CEA-AA14-ED227C3DB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2" y="6130347"/>
            <a:ext cx="606500" cy="690839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BE39B13F-AF42-0C93-28A2-67264BE8ED4C}"/>
              </a:ext>
            </a:extLst>
          </p:cNvPr>
          <p:cNvSpPr/>
          <p:nvPr/>
        </p:nvSpPr>
        <p:spPr>
          <a:xfrm>
            <a:off x="1892300" y="939799"/>
            <a:ext cx="8528049" cy="51498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 descr="텍스트, 아니메, 만화 영화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DCE10A-226A-1A67-A537-6BC0F4CC5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480" y="1085854"/>
            <a:ext cx="1506343" cy="2389032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C8D8A3EB-FA96-90E4-3DFF-5B0F85FE5BDE}"/>
              </a:ext>
            </a:extLst>
          </p:cNvPr>
          <p:cNvGrpSpPr/>
          <p:nvPr/>
        </p:nvGrpSpPr>
        <p:grpSpPr>
          <a:xfrm>
            <a:off x="2504377" y="1079498"/>
            <a:ext cx="6878446" cy="5010158"/>
            <a:chOff x="2504377" y="1079498"/>
            <a:chExt cx="6878446" cy="5010158"/>
          </a:xfrm>
        </p:grpSpPr>
        <p:pic>
          <p:nvPicPr>
            <p:cNvPr id="42" name="그림 41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1195804-86B1-AB36-6B1E-6F2E4521C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4377" y="1084109"/>
              <a:ext cx="1506343" cy="2389032"/>
            </a:xfrm>
            <a:prstGeom prst="rect">
              <a:avLst/>
            </a:prstGeom>
          </p:spPr>
        </p:pic>
        <p:pic>
          <p:nvPicPr>
            <p:cNvPr id="43" name="그림 42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5430CB2-DC95-5A3D-CFD8-678BBDA10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078" y="1079498"/>
              <a:ext cx="1506343" cy="2389032"/>
            </a:xfrm>
            <a:prstGeom prst="rect">
              <a:avLst/>
            </a:prstGeom>
          </p:spPr>
        </p:pic>
        <p:pic>
          <p:nvPicPr>
            <p:cNvPr id="44" name="그림 43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A973E7D-8544-F988-2A86-7C16195EC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5779" y="1079498"/>
              <a:ext cx="1506343" cy="2389032"/>
            </a:xfrm>
            <a:prstGeom prst="rect">
              <a:avLst/>
            </a:prstGeom>
          </p:spPr>
        </p:pic>
        <p:pic>
          <p:nvPicPr>
            <p:cNvPr id="47" name="그림 46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85EC4EF-9076-0C5C-27F5-B83C25CAF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4377" y="3698879"/>
              <a:ext cx="1506343" cy="2389032"/>
            </a:xfrm>
            <a:prstGeom prst="rect">
              <a:avLst/>
            </a:prstGeom>
          </p:spPr>
        </p:pic>
        <p:pic>
          <p:nvPicPr>
            <p:cNvPr id="48" name="그림 47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4E26881-9623-AAF8-F7BE-43A1D53AD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5078" y="3694268"/>
              <a:ext cx="1506343" cy="2389032"/>
            </a:xfrm>
            <a:prstGeom prst="rect">
              <a:avLst/>
            </a:prstGeom>
          </p:spPr>
        </p:pic>
        <p:pic>
          <p:nvPicPr>
            <p:cNvPr id="49" name="그림 48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F158FE7-0E42-A02C-A1AC-6974FC677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5779" y="3694268"/>
              <a:ext cx="1506343" cy="2389032"/>
            </a:xfrm>
            <a:prstGeom prst="rect">
              <a:avLst/>
            </a:prstGeom>
          </p:spPr>
        </p:pic>
        <p:pic>
          <p:nvPicPr>
            <p:cNvPr id="50" name="그림 49" descr="텍스트, 아니메, 만화 영화, 인간의 얼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873844C-9D17-D84B-D9EB-7C2973FAF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6480" y="3700624"/>
              <a:ext cx="1506343" cy="2389032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772EA05-28C3-C22F-DEB7-F6920F3078EC}"/>
              </a:ext>
            </a:extLst>
          </p:cNvPr>
          <p:cNvSpPr txBox="1"/>
          <p:nvPr/>
        </p:nvSpPr>
        <p:spPr>
          <a:xfrm>
            <a:off x="10775950" y="100012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덱</a:t>
            </a:r>
            <a:r>
              <a:rPr lang="ko-KR" altLang="en-US" dirty="0"/>
              <a:t> 리스트</a:t>
            </a:r>
          </a:p>
        </p:txBody>
      </p:sp>
      <p:pic>
        <p:nvPicPr>
          <p:cNvPr id="54" name="그림 53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36DEA4-8339-9873-3D13-9DD450059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04" y="6130347"/>
            <a:ext cx="606500" cy="690839"/>
          </a:xfrm>
          <a:prstGeom prst="rect">
            <a:avLst/>
          </a:prstGeom>
        </p:spPr>
      </p:pic>
      <p:pic>
        <p:nvPicPr>
          <p:cNvPr id="55" name="그림 54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497B6D-8693-9D16-7B55-5A5AAEAAA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660" y="6130347"/>
            <a:ext cx="606500" cy="690839"/>
          </a:xfrm>
          <a:prstGeom prst="rect">
            <a:avLst/>
          </a:prstGeom>
        </p:spPr>
      </p:pic>
      <p:pic>
        <p:nvPicPr>
          <p:cNvPr id="56" name="그림 55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224713-A170-63B3-688D-2231E1051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62" y="6130347"/>
            <a:ext cx="606500" cy="690839"/>
          </a:xfrm>
          <a:prstGeom prst="rect">
            <a:avLst/>
          </a:prstGeom>
        </p:spPr>
      </p:pic>
      <p:pic>
        <p:nvPicPr>
          <p:cNvPr id="57" name="그림 56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5C3691-96E2-A7D1-6CC5-1760685AC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864" y="6130347"/>
            <a:ext cx="606500" cy="690839"/>
          </a:xfrm>
          <a:prstGeom prst="rect">
            <a:avLst/>
          </a:prstGeom>
        </p:spPr>
      </p:pic>
      <p:pic>
        <p:nvPicPr>
          <p:cNvPr id="58" name="그림 57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424FE7-C06A-7CE3-4E5B-9796DBBB3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466" y="6130347"/>
            <a:ext cx="606500" cy="690839"/>
          </a:xfrm>
          <a:prstGeom prst="rect">
            <a:avLst/>
          </a:prstGeom>
        </p:spPr>
      </p:pic>
      <p:pic>
        <p:nvPicPr>
          <p:cNvPr id="59" name="그림 58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306E83-9D71-6F9C-7108-4E773E20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068" y="6130347"/>
            <a:ext cx="606500" cy="690839"/>
          </a:xfrm>
          <a:prstGeom prst="rect">
            <a:avLst/>
          </a:prstGeom>
        </p:spPr>
      </p:pic>
      <p:pic>
        <p:nvPicPr>
          <p:cNvPr id="60" name="그림 59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B2CAB-1AE6-127E-D8A5-807CDEE92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670" y="6130347"/>
            <a:ext cx="606500" cy="690839"/>
          </a:xfrm>
          <a:prstGeom prst="rect">
            <a:avLst/>
          </a:prstGeom>
        </p:spPr>
      </p:pic>
      <p:pic>
        <p:nvPicPr>
          <p:cNvPr id="61" name="그림 60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694733-2C21-010B-E985-9D5E3A4FA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272" y="6130347"/>
            <a:ext cx="606500" cy="690839"/>
          </a:xfrm>
          <a:prstGeom prst="rect">
            <a:avLst/>
          </a:prstGeom>
        </p:spPr>
      </p:pic>
      <p:pic>
        <p:nvPicPr>
          <p:cNvPr id="62" name="그림 61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2F7C19-374C-D79B-CF42-124E18E65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874" y="6130347"/>
            <a:ext cx="606500" cy="690839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494BC8F-657E-B805-7628-E5A09E7441AF}"/>
              </a:ext>
            </a:extLst>
          </p:cNvPr>
          <p:cNvSpPr txBox="1"/>
          <p:nvPr/>
        </p:nvSpPr>
        <p:spPr>
          <a:xfrm>
            <a:off x="212700" y="62859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46DFB0-66C3-662D-210A-43C98B277633}"/>
              </a:ext>
            </a:extLst>
          </p:cNvPr>
          <p:cNvSpPr txBox="1"/>
          <p:nvPr/>
        </p:nvSpPr>
        <p:spPr>
          <a:xfrm>
            <a:off x="880528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5F9863-47E3-9A29-24E8-B2CACA743DDF}"/>
              </a:ext>
            </a:extLst>
          </p:cNvPr>
          <p:cNvSpPr txBox="1"/>
          <p:nvPr/>
        </p:nvSpPr>
        <p:spPr>
          <a:xfrm>
            <a:off x="1559258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22C129-060B-F622-B9F0-D5416DFC70EF}"/>
              </a:ext>
            </a:extLst>
          </p:cNvPr>
          <p:cNvSpPr txBox="1"/>
          <p:nvPr/>
        </p:nvSpPr>
        <p:spPr>
          <a:xfrm>
            <a:off x="2230860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4298D7-C252-F1A0-5563-5046C2AC5E4B}"/>
              </a:ext>
            </a:extLst>
          </p:cNvPr>
          <p:cNvSpPr txBox="1"/>
          <p:nvPr/>
        </p:nvSpPr>
        <p:spPr>
          <a:xfrm>
            <a:off x="2902462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8C59E2-D186-B147-1285-90DB035FC55D}"/>
              </a:ext>
            </a:extLst>
          </p:cNvPr>
          <p:cNvSpPr txBox="1"/>
          <p:nvPr/>
        </p:nvSpPr>
        <p:spPr>
          <a:xfrm>
            <a:off x="3574064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11076F-82B1-93B1-6101-531FB6842786}"/>
              </a:ext>
            </a:extLst>
          </p:cNvPr>
          <p:cNvSpPr txBox="1"/>
          <p:nvPr/>
        </p:nvSpPr>
        <p:spPr>
          <a:xfrm>
            <a:off x="4245666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CFDF46-F960-E462-960A-CD7691D622D6}"/>
              </a:ext>
            </a:extLst>
          </p:cNvPr>
          <p:cNvSpPr txBox="1"/>
          <p:nvPr/>
        </p:nvSpPr>
        <p:spPr>
          <a:xfrm>
            <a:off x="4917268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3D9A193-90D3-9976-CDBC-C29A606619C3}"/>
              </a:ext>
            </a:extLst>
          </p:cNvPr>
          <p:cNvSpPr txBox="1"/>
          <p:nvPr/>
        </p:nvSpPr>
        <p:spPr>
          <a:xfrm>
            <a:off x="5588870" y="62783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A57E9D-D3C0-5B06-CE3B-181D8F7DF5A0}"/>
              </a:ext>
            </a:extLst>
          </p:cNvPr>
          <p:cNvSpPr txBox="1"/>
          <p:nvPr/>
        </p:nvSpPr>
        <p:spPr>
          <a:xfrm>
            <a:off x="6260472" y="62855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</a:t>
            </a:r>
            <a:endParaRPr lang="ko-KR" altLang="en-US" dirty="0"/>
          </a:p>
        </p:txBody>
      </p:sp>
      <p:pic>
        <p:nvPicPr>
          <p:cNvPr id="73" name="그림 72" descr="다채로움, 스크린샷, 삼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097152-7509-224B-4B10-FA39F274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76" y="6130347"/>
            <a:ext cx="606500" cy="69083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FEA5D61A-954A-72F1-48ED-8C3F5F86BA44}"/>
              </a:ext>
            </a:extLst>
          </p:cNvPr>
          <p:cNvSpPr txBox="1"/>
          <p:nvPr/>
        </p:nvSpPr>
        <p:spPr>
          <a:xfrm>
            <a:off x="6805158" y="628559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10+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77E0B9-4A31-E81F-DFF1-3E4045E5E4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B9CD5A-5E64-FC20-19BE-ADEEA3823B85}"/>
              </a:ext>
            </a:extLst>
          </p:cNvPr>
          <p:cNvSpPr/>
          <p:nvPr/>
        </p:nvSpPr>
        <p:spPr>
          <a:xfrm>
            <a:off x="3758232" y="1479892"/>
            <a:ext cx="4980336" cy="39680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텍스트, 아니메, 만화 영화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E08F15-0979-030E-3446-B922AC118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858" y="2000114"/>
            <a:ext cx="1726775" cy="273863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03E49A-9733-F355-CDA3-EB57456BBDC2}"/>
              </a:ext>
            </a:extLst>
          </p:cNvPr>
          <p:cNvSpPr/>
          <p:nvPr/>
        </p:nvSpPr>
        <p:spPr>
          <a:xfrm>
            <a:off x="6156324" y="2032000"/>
            <a:ext cx="2225676" cy="61277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키워드 설명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4739C4-8E47-A648-E48A-2045CDBF9ED5}"/>
              </a:ext>
            </a:extLst>
          </p:cNvPr>
          <p:cNvSpPr/>
          <p:nvPr/>
        </p:nvSpPr>
        <p:spPr>
          <a:xfrm>
            <a:off x="6151991" y="2901950"/>
            <a:ext cx="2225676" cy="61277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카드에 따라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29F17A-5EAC-2A38-D81A-8ACE0AAF9725}"/>
              </a:ext>
            </a:extLst>
          </p:cNvPr>
          <p:cNvSpPr/>
          <p:nvPr/>
        </p:nvSpPr>
        <p:spPr>
          <a:xfrm>
            <a:off x="6148351" y="3767593"/>
            <a:ext cx="2225676" cy="61277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없을 수도 있음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0226D4-B0AD-BAFF-92BD-769397F62B09}"/>
              </a:ext>
            </a:extLst>
          </p:cNvPr>
          <p:cNvSpPr/>
          <p:nvPr/>
        </p:nvSpPr>
        <p:spPr>
          <a:xfrm>
            <a:off x="5515197" y="4877723"/>
            <a:ext cx="1466406" cy="37631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뒤로 가기</a:t>
            </a:r>
          </a:p>
        </p:txBody>
      </p:sp>
    </p:spTree>
    <p:extLst>
      <p:ext uri="{BB962C8B-B14F-4D97-AF65-F5344CB8AC3E}">
        <p14:creationId xmlns:p14="http://schemas.microsoft.com/office/powerpoint/2010/main" val="2068561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90EA961-70AC-C157-ACD3-4CFB5913D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86" y="1387400"/>
            <a:ext cx="7207619" cy="4083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FF72B92-9BF7-9266-992A-BA61A508F2FE}"/>
              </a:ext>
            </a:extLst>
          </p:cNvPr>
          <p:cNvSpPr/>
          <p:nvPr/>
        </p:nvSpPr>
        <p:spPr>
          <a:xfrm>
            <a:off x="2396865" y="4844378"/>
            <a:ext cx="2682060" cy="5480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C9505A-6CDC-EDAA-AB7F-AF54F5E138B9}"/>
              </a:ext>
            </a:extLst>
          </p:cNvPr>
          <p:cNvSpPr/>
          <p:nvPr/>
        </p:nvSpPr>
        <p:spPr>
          <a:xfrm>
            <a:off x="7857005" y="2160105"/>
            <a:ext cx="3810000" cy="556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10158-B3E5-D694-2F7B-1F775A9CE1B3}"/>
              </a:ext>
            </a:extLst>
          </p:cNvPr>
          <p:cNvSpPr txBox="1"/>
          <p:nvPr/>
        </p:nvSpPr>
        <p:spPr>
          <a:xfrm>
            <a:off x="7857005" y="2253734"/>
            <a:ext cx="3379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설명</a:t>
            </a:r>
            <a:r>
              <a:rPr lang="en-US" altLang="ko-KR" dirty="0">
                <a:solidFill>
                  <a:schemeClr val="bg1"/>
                </a:solidFill>
              </a:rPr>
              <a:t>…………………………………….)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EDF674-2358-BF7D-214E-7DEA3E2E9DE4}"/>
              </a:ext>
            </a:extLst>
          </p:cNvPr>
          <p:cNvSpPr/>
          <p:nvPr/>
        </p:nvSpPr>
        <p:spPr>
          <a:xfrm>
            <a:off x="11163422" y="2253734"/>
            <a:ext cx="450573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50465BA-9670-1802-3FF2-822073F0C404}"/>
              </a:ext>
            </a:extLst>
          </p:cNvPr>
          <p:cNvCxnSpPr/>
          <p:nvPr/>
        </p:nvCxnSpPr>
        <p:spPr>
          <a:xfrm>
            <a:off x="11236310" y="2339009"/>
            <a:ext cx="304800" cy="2252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3CCD9B0-B3D5-3322-99CB-C138DBF39D31}"/>
              </a:ext>
            </a:extLst>
          </p:cNvPr>
          <p:cNvCxnSpPr>
            <a:cxnSpLocks/>
          </p:cNvCxnSpPr>
          <p:nvPr/>
        </p:nvCxnSpPr>
        <p:spPr>
          <a:xfrm flipH="1">
            <a:off x="11236310" y="2339009"/>
            <a:ext cx="284919" cy="2252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A11F5669-876E-DE3B-0BC3-6E2DA5537F14}"/>
              </a:ext>
            </a:extLst>
          </p:cNvPr>
          <p:cNvSpPr/>
          <p:nvPr/>
        </p:nvSpPr>
        <p:spPr>
          <a:xfrm>
            <a:off x="7697979" y="3140765"/>
            <a:ext cx="3969026" cy="781879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B14D7F-DDCC-A2BE-3DBA-1ECBFCCA8D8E}"/>
              </a:ext>
            </a:extLst>
          </p:cNvPr>
          <p:cNvSpPr txBox="1"/>
          <p:nvPr/>
        </p:nvSpPr>
        <p:spPr>
          <a:xfrm>
            <a:off x="7857005" y="3347038"/>
            <a:ext cx="3147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설명</a:t>
            </a:r>
            <a:r>
              <a:rPr lang="en-US" altLang="ko-KR" dirty="0">
                <a:solidFill>
                  <a:schemeClr val="bg1"/>
                </a:solidFill>
              </a:rPr>
              <a:t>…………………………………….)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평행 사변형 16">
            <a:extLst>
              <a:ext uri="{FF2B5EF4-FFF2-40B4-BE49-F238E27FC236}">
                <a16:creationId xmlns:a16="http://schemas.microsoft.com/office/drawing/2014/main" id="{ABAA94C2-37B0-615F-F622-85E97AE42E6D}"/>
              </a:ext>
            </a:extLst>
          </p:cNvPr>
          <p:cNvSpPr/>
          <p:nvPr/>
        </p:nvSpPr>
        <p:spPr>
          <a:xfrm>
            <a:off x="10984521" y="3319669"/>
            <a:ext cx="556589" cy="424069"/>
          </a:xfrm>
          <a:prstGeom prst="parallelogram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577BDAE-9CBA-EE78-89E3-0B53AEA0F0AF}"/>
              </a:ext>
            </a:extLst>
          </p:cNvPr>
          <p:cNvCxnSpPr/>
          <p:nvPr/>
        </p:nvCxnSpPr>
        <p:spPr>
          <a:xfrm>
            <a:off x="11120352" y="3432314"/>
            <a:ext cx="304800" cy="2252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0F1527B-2D45-0E31-9F3F-E9BDFF45A08F}"/>
              </a:ext>
            </a:extLst>
          </p:cNvPr>
          <p:cNvCxnSpPr>
            <a:cxnSpLocks/>
          </p:cNvCxnSpPr>
          <p:nvPr/>
        </p:nvCxnSpPr>
        <p:spPr>
          <a:xfrm flipH="1">
            <a:off x="11120352" y="3432314"/>
            <a:ext cx="284919" cy="2252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EAC762FF-B939-E1F2-1491-AFF7CCBB31AB}"/>
              </a:ext>
            </a:extLst>
          </p:cNvPr>
          <p:cNvSpPr/>
          <p:nvPr/>
        </p:nvSpPr>
        <p:spPr>
          <a:xfrm>
            <a:off x="7644969" y="4273827"/>
            <a:ext cx="3969026" cy="781879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1EC389-92CC-033E-0406-D738F0E404B0}"/>
              </a:ext>
            </a:extLst>
          </p:cNvPr>
          <p:cNvSpPr txBox="1"/>
          <p:nvPr/>
        </p:nvSpPr>
        <p:spPr>
          <a:xfrm>
            <a:off x="7777492" y="4480100"/>
            <a:ext cx="3147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설명</a:t>
            </a:r>
            <a:r>
              <a:rPr lang="en-US" altLang="ko-KR" dirty="0">
                <a:solidFill>
                  <a:schemeClr val="bg1"/>
                </a:solidFill>
              </a:rPr>
              <a:t>…………………………………….)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ABF4A8B-16DE-6E40-1C3D-D60C1C9D87BF}"/>
              </a:ext>
            </a:extLst>
          </p:cNvPr>
          <p:cNvCxnSpPr>
            <a:cxnSpLocks/>
          </p:cNvCxnSpPr>
          <p:nvPr/>
        </p:nvCxnSpPr>
        <p:spPr>
          <a:xfrm flipH="1">
            <a:off x="10924883" y="4273827"/>
            <a:ext cx="238539" cy="781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평행 사변형 24">
            <a:extLst>
              <a:ext uri="{FF2B5EF4-FFF2-40B4-BE49-F238E27FC236}">
                <a16:creationId xmlns:a16="http://schemas.microsoft.com/office/drawing/2014/main" id="{D00D35FA-317B-581F-C618-19EDAF688029}"/>
              </a:ext>
            </a:extLst>
          </p:cNvPr>
          <p:cNvSpPr/>
          <p:nvPr/>
        </p:nvSpPr>
        <p:spPr>
          <a:xfrm>
            <a:off x="10911630" y="4273827"/>
            <a:ext cx="728868" cy="781879"/>
          </a:xfrm>
          <a:prstGeom prst="parallelogram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6137560-72F7-A1A2-13F0-A45DADBB251A}"/>
              </a:ext>
            </a:extLst>
          </p:cNvPr>
          <p:cNvCxnSpPr>
            <a:cxnSpLocks/>
          </p:cNvCxnSpPr>
          <p:nvPr/>
        </p:nvCxnSpPr>
        <p:spPr>
          <a:xfrm>
            <a:off x="11126976" y="4572866"/>
            <a:ext cx="304800" cy="2252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B8EA348-EEDC-5684-1723-1E95E348D03F}"/>
              </a:ext>
            </a:extLst>
          </p:cNvPr>
          <p:cNvCxnSpPr>
            <a:cxnSpLocks/>
          </p:cNvCxnSpPr>
          <p:nvPr/>
        </p:nvCxnSpPr>
        <p:spPr>
          <a:xfrm flipH="1">
            <a:off x="11126976" y="4572866"/>
            <a:ext cx="284919" cy="2252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FFA6D88-3296-427D-206C-0101272C9D24}"/>
              </a:ext>
            </a:extLst>
          </p:cNvPr>
          <p:cNvSpPr txBox="1"/>
          <p:nvPr/>
        </p:nvSpPr>
        <p:spPr>
          <a:xfrm>
            <a:off x="9200260" y="157254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참고 사항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667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290</Words>
  <Application>Microsoft Office PowerPoint</Application>
  <PresentationFormat>와이드스크린</PresentationFormat>
  <Paragraphs>116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준석 송</dc:creator>
  <cp:lastModifiedBy>준석 송</cp:lastModifiedBy>
  <cp:revision>1</cp:revision>
  <dcterms:created xsi:type="dcterms:W3CDTF">2025-06-18T11:54:55Z</dcterms:created>
  <dcterms:modified xsi:type="dcterms:W3CDTF">2025-06-18T13:52:18Z</dcterms:modified>
</cp:coreProperties>
</file>